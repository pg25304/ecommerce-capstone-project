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27"/>
  </p:notesMasterIdLst>
  <p:sldIdLst>
    <p:sldId id="256" r:id="rId2"/>
    <p:sldId id="257" r:id="rId3"/>
    <p:sldId id="258" r:id="rId4"/>
    <p:sldId id="265" r:id="rId5"/>
    <p:sldId id="278" r:id="rId6"/>
    <p:sldId id="259" r:id="rId7"/>
    <p:sldId id="260" r:id="rId8"/>
    <p:sldId id="270" r:id="rId9"/>
    <p:sldId id="269" r:id="rId10"/>
    <p:sldId id="261" r:id="rId11"/>
    <p:sldId id="262" r:id="rId12"/>
    <p:sldId id="279" r:id="rId13"/>
    <p:sldId id="280" r:id="rId14"/>
    <p:sldId id="272" r:id="rId15"/>
    <p:sldId id="273" r:id="rId16"/>
    <p:sldId id="276" r:id="rId17"/>
    <p:sldId id="275" r:id="rId18"/>
    <p:sldId id="282" r:id="rId19"/>
    <p:sldId id="281" r:id="rId20"/>
    <p:sldId id="274" r:id="rId21"/>
    <p:sldId id="277" r:id="rId22"/>
    <p:sldId id="263" r:id="rId23"/>
    <p:sldId id="267" r:id="rId24"/>
    <p:sldId id="271" r:id="rId25"/>
    <p:sldId id="26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EEF9D-7252-4917-9DD7-6B2A150CD940}" v="28" dt="2026-01-24T15:40:50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rbani, Payman" userId="a45f9958-c696-4e23-ba70-fcf5e7b5c74e" providerId="ADAL" clId="{AEEE8E7C-BE45-46C9-98A5-772D3647EFD6}"/>
    <pc:docChg chg="undo custSel addSld delSld modSld sldOrd">
      <pc:chgData name="Ghorbani, Payman" userId="a45f9958-c696-4e23-ba70-fcf5e7b5c74e" providerId="ADAL" clId="{AEEE8E7C-BE45-46C9-98A5-772D3647EFD6}" dt="2026-01-24T15:47:11.436" v="919" actId="2696"/>
      <pc:docMkLst>
        <pc:docMk/>
      </pc:docMkLst>
      <pc:sldChg chg="modSp mod">
        <pc:chgData name="Ghorbani, Payman" userId="a45f9958-c696-4e23-ba70-fcf5e7b5c74e" providerId="ADAL" clId="{AEEE8E7C-BE45-46C9-98A5-772D3647EFD6}" dt="2026-01-24T15:18:53.266" v="825" actId="1036"/>
        <pc:sldMkLst>
          <pc:docMk/>
          <pc:sldMk cId="1565683447" sldId="256"/>
        </pc:sldMkLst>
        <pc:spChg chg="mod">
          <ac:chgData name="Ghorbani, Payman" userId="a45f9958-c696-4e23-ba70-fcf5e7b5c74e" providerId="ADAL" clId="{AEEE8E7C-BE45-46C9-98A5-772D3647EFD6}" dt="2026-01-24T15:18:53.266" v="825" actId="1036"/>
          <ac:spMkLst>
            <pc:docMk/>
            <pc:sldMk cId="1565683447" sldId="256"/>
            <ac:spMk id="6" creationId="{348F8227-DAAF-FE11-45ED-355FC74E23E2}"/>
          </ac:spMkLst>
        </pc:spChg>
      </pc:sldChg>
      <pc:sldChg chg="addSp delSp modSp mo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2386123844" sldId="257"/>
        </pc:sldMkLst>
        <pc:spChg chg="mod">
          <ac:chgData name="Ghorbani, Payman" userId="a45f9958-c696-4e23-ba70-fcf5e7b5c74e" providerId="ADAL" clId="{AEEE8E7C-BE45-46C9-98A5-772D3647EFD6}" dt="2026-01-24T15:30:11.352" v="888" actId="26606"/>
          <ac:spMkLst>
            <pc:docMk/>
            <pc:sldMk cId="2386123844" sldId="257"/>
            <ac:spMk id="2" creationId="{7D7838D6-5EE2-E102-B9CA-07E6B5CF24A6}"/>
          </ac:spMkLst>
        </pc:spChg>
        <pc:spChg chg="add del mod">
          <ac:chgData name="Ghorbani, Payman" userId="a45f9958-c696-4e23-ba70-fcf5e7b5c74e" providerId="ADAL" clId="{AEEE8E7C-BE45-46C9-98A5-772D3647EFD6}" dt="2026-01-24T12:18:43.903" v="58" actId="26606"/>
          <ac:spMkLst>
            <pc:docMk/>
            <pc:sldMk cId="2386123844" sldId="257"/>
            <ac:spMk id="3" creationId="{1D9C4B84-45C6-3BBD-AD08-DFA98616E663}"/>
          </ac:spMkLst>
        </pc:spChg>
        <pc:spChg chg="mod ord">
          <ac:chgData name="Ghorbani, Payman" userId="a45f9958-c696-4e23-ba70-fcf5e7b5c74e" providerId="ADAL" clId="{AEEE8E7C-BE45-46C9-98A5-772D3647EFD6}" dt="2026-01-24T15:30:11.352" v="888" actId="26606"/>
          <ac:spMkLst>
            <pc:docMk/>
            <pc:sldMk cId="2386123844" sldId="257"/>
            <ac:spMk id="4" creationId="{64197060-1E95-31BA-7AD6-A07E9C0551D6}"/>
          </ac:spMkLst>
        </pc:spChg>
        <pc:spChg chg="mod ord">
          <ac:chgData name="Ghorbani, Payman" userId="a45f9958-c696-4e23-ba70-fcf5e7b5c74e" providerId="ADAL" clId="{AEEE8E7C-BE45-46C9-98A5-772D3647EFD6}" dt="2026-01-24T15:30:11.352" v="888" actId="26606"/>
          <ac:spMkLst>
            <pc:docMk/>
            <pc:sldMk cId="2386123844" sldId="257"/>
            <ac:spMk id="5" creationId="{75786B84-D384-32E0-9F17-2F77764B80A7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2386123844" sldId="257"/>
            <ac:spMk id="6" creationId="{5EEC2E9D-5876-089C-456F-3B18DB6FCD65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386123844" sldId="257"/>
            <ac:spMk id="12" creationId="{4E78424C-6FD0-41F8-9CAA-5DC19C42359F}"/>
          </ac:spMkLst>
        </pc:spChg>
        <pc:spChg chg="add del">
          <ac:chgData name="Ghorbani, Payman" userId="a45f9958-c696-4e23-ba70-fcf5e7b5c74e" providerId="ADAL" clId="{AEEE8E7C-BE45-46C9-98A5-772D3647EFD6}" dt="2026-01-24T15:30:11.191" v="887" actId="26606"/>
          <ac:spMkLst>
            <pc:docMk/>
            <pc:sldMk cId="2386123844" sldId="257"/>
            <ac:spMk id="13" creationId="{47AEA421-5F29-4BA7-9360-2501B5987921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386123844" sldId="257"/>
            <ac:spMk id="14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386123844" sldId="257"/>
            <ac:spMk id="15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386123844" sldId="257"/>
            <ac:spMk id="16" creationId="{BDC58DEA-1307-4F44-AD47-E613D8B76A89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386123844" sldId="257"/>
            <ac:spMk id="17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386123844" sldId="257"/>
            <ac:spMk id="18" creationId="{C99B912D-1E4B-42AF-A2BE-CFEFEC916EE7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386123844" sldId="257"/>
            <ac:spMk id="19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30:11.191" v="887" actId="26606"/>
          <ac:spMkLst>
            <pc:docMk/>
            <pc:sldMk cId="2386123844" sldId="257"/>
            <ac:spMk id="20" creationId="{9348F0CB-4904-4DEF-BDD4-ADEC2DCCCBD7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386123844" sldId="257"/>
            <ac:spMk id="21" creationId="{10B541F0-7F6E-402E-84D8-CF96EACA5FBC}"/>
          </ac:spMkLst>
        </pc:spChg>
        <pc:spChg chg="add del">
          <ac:chgData name="Ghorbani, Payman" userId="a45f9958-c696-4e23-ba70-fcf5e7b5c74e" providerId="ADAL" clId="{AEEE8E7C-BE45-46C9-98A5-772D3647EFD6}" dt="2026-01-24T15:30:11.191" v="887" actId="26606"/>
          <ac:spMkLst>
            <pc:docMk/>
            <pc:sldMk cId="2386123844" sldId="257"/>
            <ac:spMk id="22" creationId="{1583E1B8-79B3-49BB-8704-58E4AB1AF213}"/>
          </ac:spMkLst>
        </pc:spChg>
        <pc:spChg chg="add del">
          <ac:chgData name="Ghorbani, Payman" userId="a45f9958-c696-4e23-ba70-fcf5e7b5c74e" providerId="ADAL" clId="{AEEE8E7C-BE45-46C9-98A5-772D3647EFD6}" dt="2026-01-24T15:30:11.191" v="887" actId="26606"/>
          <ac:spMkLst>
            <pc:docMk/>
            <pc:sldMk cId="2386123844" sldId="257"/>
            <ac:spMk id="23" creationId="{7BB34D5F-2B87-438E-8236-69C6068D47A4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386123844" sldId="257"/>
            <ac:spMk id="25" creationId="{4E78424C-6FD0-41F8-9CAA-5DC19C42359F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386123844" sldId="257"/>
            <ac:spMk id="26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386123844" sldId="257"/>
            <ac:spMk id="27" creationId="{BDC58DEA-1307-4F44-AD47-E613D8B76A89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386123844" sldId="257"/>
            <ac:spMk id="28" creationId="{C99B912D-1E4B-42AF-A2BE-CFEFEC916EE7}"/>
          </ac:spMkLst>
        </pc:spChg>
        <pc:graphicFrameChg chg="add del">
          <ac:chgData name="Ghorbani, Payman" userId="a45f9958-c696-4e23-ba70-fcf5e7b5c74e" providerId="ADAL" clId="{AEEE8E7C-BE45-46C9-98A5-772D3647EFD6}" dt="2026-01-24T12:18:43.854" v="57" actId="26606"/>
          <ac:graphicFrameMkLst>
            <pc:docMk/>
            <pc:sldMk cId="2386123844" sldId="257"/>
            <ac:graphicFrameMk id="8" creationId="{4A3C6EF7-468A-F94C-6934-F9A9D65DD9A2}"/>
          </ac:graphicFrameMkLst>
        </pc:graphicFrameChg>
        <pc:graphicFrameChg chg="add mod ord modGraphic">
          <ac:chgData name="Ghorbani, Payman" userId="a45f9958-c696-4e23-ba70-fcf5e7b5c74e" providerId="ADAL" clId="{AEEE8E7C-BE45-46C9-98A5-772D3647EFD6}" dt="2026-01-24T15:30:11.352" v="888" actId="26606"/>
          <ac:graphicFrameMkLst>
            <pc:docMk/>
            <pc:sldMk cId="2386123844" sldId="257"/>
            <ac:graphicFrameMk id="10" creationId="{77D93824-E359-B511-06EA-AFDFA10CBE37}"/>
          </ac:graphicFrameMkLst>
        </pc:graphicFrameChg>
      </pc:sldChg>
      <pc:sldChg chg="modSp mod">
        <pc:chgData name="Ghorbani, Payman" userId="a45f9958-c696-4e23-ba70-fcf5e7b5c74e" providerId="ADAL" clId="{AEEE8E7C-BE45-46C9-98A5-772D3647EFD6}" dt="2026-01-24T15:40:50.469" v="905"/>
        <pc:sldMkLst>
          <pc:docMk/>
          <pc:sldMk cId="198650340" sldId="258"/>
        </pc:sldMkLst>
        <pc:spChg chg="mod">
          <ac:chgData name="Ghorbani, Payman" userId="a45f9958-c696-4e23-ba70-fcf5e7b5c74e" providerId="ADAL" clId="{AEEE8E7C-BE45-46C9-98A5-772D3647EFD6}" dt="2026-01-24T12:36:56.192" v="276" actId="20577"/>
          <ac:spMkLst>
            <pc:docMk/>
            <pc:sldMk cId="198650340" sldId="258"/>
            <ac:spMk id="3" creationId="{8207A3D2-AEBC-3A10-6585-F2CE605A05D4}"/>
          </ac:spMkLst>
        </pc:spChg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198650340" sldId="258"/>
            <ac:spMk id="4" creationId="{66033B77-C470-00E0-8B06-D77E48A9A5CE}"/>
          </ac:spMkLst>
        </pc:spChg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198650340" sldId="258"/>
            <ac:spMk id="5" creationId="{ADA34B8E-8F4C-E0D8-F34B-988BEA722C9A}"/>
          </ac:spMkLst>
        </pc:spChg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198650340" sldId="258"/>
            <ac:spMk id="6" creationId="{CF197590-5090-6742-D6EE-F61A6F56E2E2}"/>
          </ac:spMkLst>
        </pc:spChg>
      </pc:sldChg>
      <pc:sldChg chg="addSp delSp modSp mo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4137369917" sldId="259"/>
        </pc:sldMkLst>
        <pc:spChg chg="mod">
          <ac:chgData name="Ghorbani, Payman" userId="a45f9958-c696-4e23-ba70-fcf5e7b5c74e" providerId="ADAL" clId="{AEEE8E7C-BE45-46C9-98A5-772D3647EFD6}" dt="2026-01-24T15:20:54.250" v="830" actId="207"/>
          <ac:spMkLst>
            <pc:docMk/>
            <pc:sldMk cId="4137369917" sldId="259"/>
            <ac:spMk id="2" creationId="{A3717C31-8129-DC25-CFE1-9DB1682E0FE1}"/>
          </ac:spMkLst>
        </pc:spChg>
        <pc:spChg chg="mod">
          <ac:chgData name="Ghorbani, Payman" userId="a45f9958-c696-4e23-ba70-fcf5e7b5c74e" providerId="ADAL" clId="{AEEE8E7C-BE45-46C9-98A5-772D3647EFD6}" dt="2026-01-24T15:21:13.704" v="834" actId="207"/>
          <ac:spMkLst>
            <pc:docMk/>
            <pc:sldMk cId="4137369917" sldId="259"/>
            <ac:spMk id="3" creationId="{2E520B81-B86F-02F2-1A08-545261314B16}"/>
          </ac:spMkLst>
        </pc:spChg>
        <pc:spChg chg="mod ord">
          <ac:chgData name="Ghorbani, Payman" userId="a45f9958-c696-4e23-ba70-fcf5e7b5c74e" providerId="ADAL" clId="{AEEE8E7C-BE45-46C9-98A5-772D3647EFD6}" dt="2026-01-24T15:20:40.453" v="829" actId="26606"/>
          <ac:spMkLst>
            <pc:docMk/>
            <pc:sldMk cId="4137369917" sldId="259"/>
            <ac:spMk id="4" creationId="{6FC25051-4E94-AC02-4C40-9B52AB87D3E7}"/>
          </ac:spMkLst>
        </pc:spChg>
        <pc:spChg chg="mod">
          <ac:chgData name="Ghorbani, Payman" userId="a45f9958-c696-4e23-ba70-fcf5e7b5c74e" providerId="ADAL" clId="{AEEE8E7C-BE45-46C9-98A5-772D3647EFD6}" dt="2026-01-24T15:20:40.453" v="829" actId="26606"/>
          <ac:spMkLst>
            <pc:docMk/>
            <pc:sldMk cId="4137369917" sldId="259"/>
            <ac:spMk id="5" creationId="{083D0749-7CF5-CA5A-A525-EBEB206AB647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4137369917" sldId="259"/>
            <ac:spMk id="6" creationId="{7E98F467-B028-102E-34EE-BFC52A45C212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4137369917" sldId="259"/>
            <ac:spMk id="14" creationId="{61515115-95FB-41E0-86F3-8744438C09D0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4137369917" sldId="259"/>
            <ac:spMk id="16" creationId="{8222A33F-BE2D-4D69-92A0-5DF8B17BAACA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4137369917" sldId="259"/>
            <ac:spMk id="18" creationId="{CE1C74D0-9609-468A-9597-5D87C8A42B58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4137369917" sldId="259"/>
            <ac:spMk id="20" creationId="{C137128D-E594-4905-9F76-E385F0831D60}"/>
          </ac:spMkLst>
        </pc:spChg>
        <pc:picChg chg="mod ord">
          <ac:chgData name="Ghorbani, Payman" userId="a45f9958-c696-4e23-ba70-fcf5e7b5c74e" providerId="ADAL" clId="{AEEE8E7C-BE45-46C9-98A5-772D3647EFD6}" dt="2026-01-24T15:20:40.453" v="829" actId="26606"/>
          <ac:picMkLst>
            <pc:docMk/>
            <pc:sldMk cId="4137369917" sldId="259"/>
            <ac:picMk id="9" creationId="{884E9B5D-9580-DDBB-9965-D4806BC739A1}"/>
          </ac:picMkLst>
        </pc:picChg>
      </pc:sldChg>
      <pc:sldChg chg="modSp mod">
        <pc:chgData name="Ghorbani, Payman" userId="a45f9958-c696-4e23-ba70-fcf5e7b5c74e" providerId="ADAL" clId="{AEEE8E7C-BE45-46C9-98A5-772D3647EFD6}" dt="2026-01-24T15:40:50.469" v="905"/>
        <pc:sldMkLst>
          <pc:docMk/>
          <pc:sldMk cId="2208824147" sldId="260"/>
        </pc:sldMkLst>
        <pc:spChg chg="mod">
          <ac:chgData name="Ghorbani, Payman" userId="a45f9958-c696-4e23-ba70-fcf5e7b5c74e" providerId="ADAL" clId="{AEEE8E7C-BE45-46C9-98A5-772D3647EFD6}" dt="2026-01-24T15:01:58.947" v="779" actId="207"/>
          <ac:spMkLst>
            <pc:docMk/>
            <pc:sldMk cId="2208824147" sldId="260"/>
            <ac:spMk id="3" creationId="{B791DEB9-6271-C660-8002-A89AADD806FD}"/>
          </ac:spMkLst>
        </pc:spChg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2208824147" sldId="260"/>
            <ac:spMk id="4" creationId="{B7CFE70A-A50B-D8D7-015C-0DD69CFF7A7A}"/>
          </ac:spMkLst>
        </pc:spChg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2208824147" sldId="260"/>
            <ac:spMk id="5" creationId="{5F6D2171-ED43-BF8B-A5BC-CFF59310C7E4}"/>
          </ac:spMkLst>
        </pc:spChg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2208824147" sldId="260"/>
            <ac:spMk id="6" creationId="{D2219FD2-31C4-EDA9-EE44-971B833282C2}"/>
          </ac:spMkLst>
        </pc:spChg>
      </pc:sldChg>
      <pc:sldChg chg="addSp delSp modSp mod or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2866677798" sldId="261"/>
        </pc:sldMkLst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2866677798" sldId="261"/>
            <ac:spMk id="2" creationId="{84357A95-DF3E-F130-EB1F-3ADBAC6FFDFE}"/>
          </ac:spMkLst>
        </pc:spChg>
        <pc:spChg chg="del">
          <ac:chgData name="Ghorbani, Payman" userId="a45f9958-c696-4e23-ba70-fcf5e7b5c74e" providerId="ADAL" clId="{AEEE8E7C-BE45-46C9-98A5-772D3647EFD6}" dt="2026-01-24T14:59:54.764" v="769" actId="26606"/>
          <ac:spMkLst>
            <pc:docMk/>
            <pc:sldMk cId="2866677798" sldId="261"/>
            <ac:spMk id="3" creationId="{FE5FFC64-C3A1-6542-0FF8-0926D58E30F0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2866677798" sldId="261"/>
            <ac:spMk id="4" creationId="{EFD2B57C-2019-EA8E-D30A-29678E0577E2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2866677798" sldId="261"/>
            <ac:spMk id="5" creationId="{A07D6FDE-75EA-D3C9-A77B-F48DF9BFCBD8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2866677798" sldId="261"/>
            <ac:spMk id="6" creationId="{00C32B88-92F6-D7BD-9CAB-E76A794E9ED2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866677798" sldId="261"/>
            <ac:spMk id="12" creationId="{4E78424C-6FD0-41F8-9CAA-5DC19C42359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866677798" sldId="261"/>
            <ac:spMk id="14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866677798" sldId="261"/>
            <ac:spMk id="16" creationId="{BDC58DEA-1307-4F44-AD47-E613D8B76A89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866677798" sldId="261"/>
            <ac:spMk id="18" creationId="{C99B912D-1E4B-42AF-A2BE-CFEFEC916EE7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24:02.186" v="859" actId="26606"/>
          <ac:graphicFrameMkLst>
            <pc:docMk/>
            <pc:sldMk cId="2866677798" sldId="261"/>
            <ac:graphicFrameMk id="8" creationId="{6BF65F52-9F5B-8342-EBCB-73ACF4E5A39B}"/>
          </ac:graphicFrameMkLst>
        </pc:graphicFrameChg>
      </pc:sldChg>
      <pc:sldChg chg="addSp delSp modSp mod or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3464530488" sldId="262"/>
        </pc:sldMkLst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3464530488" sldId="262"/>
            <ac:spMk id="2" creationId="{5AB1CCD8-2661-A7DD-8FF0-93E073098A3C}"/>
          </ac:spMkLst>
        </pc:spChg>
        <pc:spChg chg="del">
          <ac:chgData name="Ghorbani, Payman" userId="a45f9958-c696-4e23-ba70-fcf5e7b5c74e" providerId="ADAL" clId="{AEEE8E7C-BE45-46C9-98A5-772D3647EFD6}" dt="2026-01-24T14:59:33.068" v="768" actId="26606"/>
          <ac:spMkLst>
            <pc:docMk/>
            <pc:sldMk cId="3464530488" sldId="262"/>
            <ac:spMk id="3" creationId="{4C564C8C-36E0-7FEA-E942-5852AB6B6245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3464530488" sldId="262"/>
            <ac:spMk id="4" creationId="{1FC872CB-40E7-EE76-F992-EEA71565879A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3464530488" sldId="262"/>
            <ac:spMk id="5" creationId="{A64D5F88-2C20-1988-07AE-943D7C10EF8C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3464530488" sldId="262"/>
            <ac:spMk id="6" creationId="{0CD72F7D-B4A6-E12D-BCC1-1C527FE5BD1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464530488" sldId="262"/>
            <ac:spMk id="12" creationId="{4E78424C-6FD0-41F8-9CAA-5DC19C42359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464530488" sldId="262"/>
            <ac:spMk id="14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464530488" sldId="262"/>
            <ac:spMk id="16" creationId="{BDC58DEA-1307-4F44-AD47-E613D8B76A89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464530488" sldId="262"/>
            <ac:spMk id="18" creationId="{C99B912D-1E4B-42AF-A2BE-CFEFEC916EE7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24:16.228" v="860" actId="26606"/>
          <ac:graphicFrameMkLst>
            <pc:docMk/>
            <pc:sldMk cId="3464530488" sldId="262"/>
            <ac:graphicFrameMk id="8" creationId="{9B3137A6-439F-1389-1279-61D69B280685}"/>
          </ac:graphicFrameMkLst>
        </pc:graphicFrameChg>
      </pc:sldChg>
      <pc:sldChg chg="addSp delSp modSp mod ord setBg setClrOvrMap delDesignElem">
        <pc:chgData name="Ghorbani, Payman" userId="a45f9958-c696-4e23-ba70-fcf5e7b5c74e" providerId="ADAL" clId="{AEEE8E7C-BE45-46C9-98A5-772D3647EFD6}" dt="2026-01-24T15:44:48.360" v="913" actId="26606"/>
        <pc:sldMkLst>
          <pc:docMk/>
          <pc:sldMk cId="246906010" sldId="263"/>
        </pc:sldMkLst>
        <pc:spChg chg="mod">
          <ac:chgData name="Ghorbani, Payman" userId="a45f9958-c696-4e23-ba70-fcf5e7b5c74e" providerId="ADAL" clId="{AEEE8E7C-BE45-46C9-98A5-772D3647EFD6}" dt="2026-01-24T15:44:48.360" v="913" actId="26606"/>
          <ac:spMkLst>
            <pc:docMk/>
            <pc:sldMk cId="246906010" sldId="263"/>
            <ac:spMk id="2" creationId="{1B64AB24-9232-54C4-48D4-F6F8DB917DF1}"/>
          </ac:spMkLst>
        </pc:spChg>
        <pc:spChg chg="del">
          <ac:chgData name="Ghorbani, Payman" userId="a45f9958-c696-4e23-ba70-fcf5e7b5c74e" providerId="ADAL" clId="{AEEE8E7C-BE45-46C9-98A5-772D3647EFD6}" dt="2026-01-24T15:05:13.833" v="821" actId="26606"/>
          <ac:spMkLst>
            <pc:docMk/>
            <pc:sldMk cId="246906010" sldId="263"/>
            <ac:spMk id="3" creationId="{93D6FCC9-783A-1BD4-24D7-2D5B86C649B8}"/>
          </ac:spMkLst>
        </pc:spChg>
        <pc:spChg chg="mod ord">
          <ac:chgData name="Ghorbani, Payman" userId="a45f9958-c696-4e23-ba70-fcf5e7b5c74e" providerId="ADAL" clId="{AEEE8E7C-BE45-46C9-98A5-772D3647EFD6}" dt="2026-01-24T15:44:48.360" v="913" actId="26606"/>
          <ac:spMkLst>
            <pc:docMk/>
            <pc:sldMk cId="246906010" sldId="263"/>
            <ac:spMk id="4" creationId="{3CE082C0-86A5-5D6A-43D9-9BE2E1C642BF}"/>
          </ac:spMkLst>
        </pc:spChg>
        <pc:spChg chg="mod ord">
          <ac:chgData name="Ghorbani, Payman" userId="a45f9958-c696-4e23-ba70-fcf5e7b5c74e" providerId="ADAL" clId="{AEEE8E7C-BE45-46C9-98A5-772D3647EFD6}" dt="2026-01-24T15:44:48.360" v="913" actId="26606"/>
          <ac:spMkLst>
            <pc:docMk/>
            <pc:sldMk cId="246906010" sldId="263"/>
            <ac:spMk id="5" creationId="{24249092-F664-C9D5-8ABB-97B0215D961E}"/>
          </ac:spMkLst>
        </pc:spChg>
        <pc:spChg chg="mod">
          <ac:chgData name="Ghorbani, Payman" userId="a45f9958-c696-4e23-ba70-fcf5e7b5c74e" providerId="ADAL" clId="{AEEE8E7C-BE45-46C9-98A5-772D3647EFD6}" dt="2026-01-24T15:44:48.360" v="913" actId="26606"/>
          <ac:spMkLst>
            <pc:docMk/>
            <pc:sldMk cId="246906010" sldId="263"/>
            <ac:spMk id="6" creationId="{1F27D1CE-F040-73D3-0867-B73621F638F4}"/>
          </ac:spMkLst>
        </pc:spChg>
        <pc:spChg chg="add">
          <ac:chgData name="Ghorbani, Payman" userId="a45f9958-c696-4e23-ba70-fcf5e7b5c74e" providerId="ADAL" clId="{AEEE8E7C-BE45-46C9-98A5-772D3647EFD6}" dt="2026-01-24T15:44:48.360" v="913" actId="26606"/>
          <ac:spMkLst>
            <pc:docMk/>
            <pc:sldMk cId="246906010" sldId="263"/>
            <ac:spMk id="10" creationId="{ABE6F9A3-300E-47F5-B41C-C8C5E758DE7C}"/>
          </ac:spMkLst>
        </pc:spChg>
        <pc:spChg chg="add">
          <ac:chgData name="Ghorbani, Payman" userId="a45f9958-c696-4e23-ba70-fcf5e7b5c74e" providerId="ADAL" clId="{AEEE8E7C-BE45-46C9-98A5-772D3647EFD6}" dt="2026-01-24T15:44:48.360" v="913" actId="26606"/>
          <ac:spMkLst>
            <pc:docMk/>
            <pc:sldMk cId="246906010" sldId="263"/>
            <ac:spMk id="11" creationId="{61B4701B-39FE-43B8-86AA-D6B8789C2207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46906010" sldId="263"/>
            <ac:spMk id="12" creationId="{47AEA421-5F29-4BA7-9360-2501B5987921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46906010" sldId="263"/>
            <ac:spMk id="13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46906010" sldId="263"/>
            <ac:spMk id="14" creationId="{9348F0CB-4904-4DEF-BDD4-ADEC2DCCCBD7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46906010" sldId="263"/>
            <ac:spMk id="15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46906010" sldId="263"/>
            <ac:spMk id="16" creationId="{1583E1B8-79B3-49BB-8704-58E4AB1AF213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46906010" sldId="263"/>
            <ac:spMk id="17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46906010" sldId="263"/>
            <ac:spMk id="18" creationId="{7BB34D5F-2B87-438E-8236-69C6068D47A4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46906010" sldId="263"/>
            <ac:spMk id="19" creationId="{10B541F0-7F6E-402E-84D8-CF96EACA5FBC}"/>
          </ac:spMkLst>
        </pc:spChg>
        <pc:spChg chg="add">
          <ac:chgData name="Ghorbani, Payman" userId="a45f9958-c696-4e23-ba70-fcf5e7b5c74e" providerId="ADAL" clId="{AEEE8E7C-BE45-46C9-98A5-772D3647EFD6}" dt="2026-01-24T15:44:48.360" v="913" actId="26606"/>
          <ac:spMkLst>
            <pc:docMk/>
            <pc:sldMk cId="246906010" sldId="263"/>
            <ac:spMk id="20" creationId="{E9A7EF13-49FA-4355-971A-34B065F35022}"/>
          </ac:spMkLst>
        </pc:spChg>
        <pc:spChg chg="add">
          <ac:chgData name="Ghorbani, Payman" userId="a45f9958-c696-4e23-ba70-fcf5e7b5c74e" providerId="ADAL" clId="{AEEE8E7C-BE45-46C9-98A5-772D3647EFD6}" dt="2026-01-24T15:44:48.360" v="913" actId="26606"/>
          <ac:spMkLst>
            <pc:docMk/>
            <pc:sldMk cId="246906010" sldId="263"/>
            <ac:spMk id="21" creationId="{92CF3C3E-0F7B-4F0C-8EBD-BDD38E9C66F5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44:48.360" v="913" actId="26606"/>
          <ac:graphicFrameMkLst>
            <pc:docMk/>
            <pc:sldMk cId="246906010" sldId="263"/>
            <ac:graphicFrameMk id="8" creationId="{6FEA9C74-F92A-D61C-A11E-5BD44C996066}"/>
          </ac:graphicFrameMkLst>
        </pc:graphicFrameChg>
      </pc:sldChg>
      <pc:sldChg chg="del ord">
        <pc:chgData name="Ghorbani, Payman" userId="a45f9958-c696-4e23-ba70-fcf5e7b5c74e" providerId="ADAL" clId="{AEEE8E7C-BE45-46C9-98A5-772D3647EFD6}" dt="2026-01-24T14:31:16.387" v="329" actId="2696"/>
        <pc:sldMkLst>
          <pc:docMk/>
          <pc:sldMk cId="1156361743" sldId="264"/>
        </pc:sldMkLst>
      </pc:sldChg>
      <pc:sldChg chg="addSp delSp modSp mod or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340832231" sldId="265"/>
        </pc:sldMkLst>
        <pc:spChg chg="add del mod">
          <ac:chgData name="Ghorbani, Payman" userId="a45f9958-c696-4e23-ba70-fcf5e7b5c74e" providerId="ADAL" clId="{AEEE8E7C-BE45-46C9-98A5-772D3647EFD6}" dt="2026-01-24T12:18:58.293" v="59" actId="26606"/>
          <ac:spMkLst>
            <pc:docMk/>
            <pc:sldMk cId="340832231" sldId="265"/>
            <ac:spMk id="2" creationId="{E8F6C820-0483-65AC-F56A-3235C3788A71}"/>
          </ac:spMkLst>
        </pc:spChg>
        <pc:spChg chg="mod">
          <ac:chgData name="Ghorbani, Payman" userId="a45f9958-c696-4e23-ba70-fcf5e7b5c74e" providerId="ADAL" clId="{AEEE8E7C-BE45-46C9-98A5-772D3647EFD6}" dt="2026-01-24T12:37:21.677" v="311" actId="6549"/>
          <ac:spMkLst>
            <pc:docMk/>
            <pc:sldMk cId="340832231" sldId="265"/>
            <ac:spMk id="3" creationId="{EC3EECC1-A30A-72C4-9C17-6128473CEC44}"/>
          </ac:spMkLst>
        </pc:spChg>
        <pc:spChg chg="mod ord">
          <ac:chgData name="Ghorbani, Payman" userId="a45f9958-c696-4e23-ba70-fcf5e7b5c74e" providerId="ADAL" clId="{AEEE8E7C-BE45-46C9-98A5-772D3647EFD6}" dt="2026-01-24T15:30:57.425" v="889" actId="26606"/>
          <ac:spMkLst>
            <pc:docMk/>
            <pc:sldMk cId="340832231" sldId="265"/>
            <ac:spMk id="4" creationId="{AD65781B-00BC-C6FD-C4B8-9548809C7A07}"/>
          </ac:spMkLst>
        </pc:spChg>
        <pc:spChg chg="mod">
          <ac:chgData name="Ghorbani, Payman" userId="a45f9958-c696-4e23-ba70-fcf5e7b5c74e" providerId="ADAL" clId="{AEEE8E7C-BE45-46C9-98A5-772D3647EFD6}" dt="2026-01-24T12:18:58.293" v="59" actId="26606"/>
          <ac:spMkLst>
            <pc:docMk/>
            <pc:sldMk cId="340832231" sldId="265"/>
            <ac:spMk id="5" creationId="{8A3301F3-5D93-FD26-0888-095A36284999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340832231" sldId="265"/>
            <ac:spMk id="6" creationId="{6B185648-8DC8-9555-00C8-696D72782ABF}"/>
          </ac:spMkLst>
        </pc:spChg>
        <pc:spChg chg="add del mod">
          <ac:chgData name="Ghorbani, Payman" userId="a45f9958-c696-4e23-ba70-fcf5e7b5c74e" providerId="ADAL" clId="{AEEE8E7C-BE45-46C9-98A5-772D3647EFD6}" dt="2026-01-24T12:17:56.073" v="51" actId="478"/>
          <ac:spMkLst>
            <pc:docMk/>
            <pc:sldMk cId="340832231" sldId="265"/>
            <ac:spMk id="9" creationId="{E38E8E4E-3F10-F4A6-0CD3-828563823762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40832231" sldId="265"/>
            <ac:spMk id="13" creationId="{B4AAD3FD-83A5-4B89-9F8F-01B8870865BE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40832231" sldId="265"/>
            <ac:spMk id="14" creationId="{61752F1D-FC0F-4103-9584-630E643CCDA6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40832231" sldId="265"/>
            <ac:spMk id="15" creationId="{70151CB7-E7DE-4917-B831-01DF9CE0130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40832231" sldId="265"/>
            <ac:spMk id="16" creationId="{B4AAD3FD-83A5-4B89-9F8F-01B8870865BE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40832231" sldId="265"/>
            <ac:spMk id="17" creationId="{A92A1116-1C84-41DF-B803-1F7B0883EC82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40832231" sldId="265"/>
            <ac:spMk id="18" creationId="{61752F1D-FC0F-4103-9584-630E643CCDA6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40832231" sldId="265"/>
            <ac:spMk id="19" creationId="{B4AAD3FD-83A5-4B89-9F8F-01B8870865BE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40832231" sldId="265"/>
            <ac:spMk id="20" creationId="{70151CB7-E7DE-4917-B831-01DF9CE01306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40832231" sldId="265"/>
            <ac:spMk id="21" creationId="{61752F1D-FC0F-4103-9584-630E643CCDA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40832231" sldId="265"/>
            <ac:spMk id="22" creationId="{A92A1116-1C84-41DF-B803-1F7B0883EC82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40832231" sldId="265"/>
            <ac:spMk id="23" creationId="{70151CB7-E7DE-4917-B831-01DF9CE01306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40832231" sldId="265"/>
            <ac:spMk id="24" creationId="{A92A1116-1C84-41DF-B803-1F7B0883EC82}"/>
          </ac:spMkLst>
        </pc:spChg>
        <pc:picChg chg="add del">
          <ac:chgData name="Ghorbani, Payman" userId="a45f9958-c696-4e23-ba70-fcf5e7b5c74e" providerId="ADAL" clId="{AEEE8E7C-BE45-46C9-98A5-772D3647EFD6}" dt="2026-01-24T12:18:09.363" v="54" actId="478"/>
          <ac:picMkLst>
            <pc:docMk/>
            <pc:sldMk cId="340832231" sldId="265"/>
            <ac:picMk id="8" creationId="{B5E99335-D5F8-237C-173B-1B5EAFF8DBDA}"/>
          </ac:picMkLst>
        </pc:picChg>
        <pc:picChg chg="add mod ord">
          <ac:chgData name="Ghorbani, Payman" userId="a45f9958-c696-4e23-ba70-fcf5e7b5c74e" providerId="ADAL" clId="{AEEE8E7C-BE45-46C9-98A5-772D3647EFD6}" dt="2026-01-24T15:30:57.425" v="889" actId="26606"/>
          <ac:picMkLst>
            <pc:docMk/>
            <pc:sldMk cId="340832231" sldId="265"/>
            <ac:picMk id="11" creationId="{69ED9B7E-5557-B1A7-C1CE-7E02EB1070CB}"/>
          </ac:picMkLst>
        </pc:picChg>
      </pc:sldChg>
      <pc:sldChg chg="addSp delSp modSp mo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3949053493" sldId="266"/>
        </pc:sldMkLst>
        <pc:spChg chg="mod">
          <ac:chgData name="Ghorbani, Payman" userId="a45f9958-c696-4e23-ba70-fcf5e7b5c74e" providerId="ADAL" clId="{AEEE8E7C-BE45-46C9-98A5-772D3647EFD6}" dt="2026-01-24T15:05:39.860" v="824" actId="26606"/>
          <ac:spMkLst>
            <pc:docMk/>
            <pc:sldMk cId="3949053493" sldId="266"/>
            <ac:spMk id="2" creationId="{487E1315-DAA9-BBB6-18D2-E9E236606193}"/>
          </ac:spMkLst>
        </pc:spChg>
        <pc:spChg chg="del">
          <ac:chgData name="Ghorbani, Payman" userId="a45f9958-c696-4e23-ba70-fcf5e7b5c74e" providerId="ADAL" clId="{AEEE8E7C-BE45-46C9-98A5-772D3647EFD6}" dt="2026-01-24T15:05:39.860" v="824" actId="26606"/>
          <ac:spMkLst>
            <pc:docMk/>
            <pc:sldMk cId="3949053493" sldId="266"/>
            <ac:spMk id="3" creationId="{94AAF0E5-3020-F5FD-9A1F-2C4FDA6E0838}"/>
          </ac:spMkLst>
        </pc:spChg>
        <pc:spChg chg="mod ord">
          <ac:chgData name="Ghorbani, Payman" userId="a45f9958-c696-4e23-ba70-fcf5e7b5c74e" providerId="ADAL" clId="{AEEE8E7C-BE45-46C9-98A5-772D3647EFD6}" dt="2026-01-24T15:05:39.860" v="824" actId="26606"/>
          <ac:spMkLst>
            <pc:docMk/>
            <pc:sldMk cId="3949053493" sldId="266"/>
            <ac:spMk id="4" creationId="{CFE027EB-BED8-DE2B-CA64-B20DB561FDA9}"/>
          </ac:spMkLst>
        </pc:spChg>
        <pc:spChg chg="mod ord">
          <ac:chgData name="Ghorbani, Payman" userId="a45f9958-c696-4e23-ba70-fcf5e7b5c74e" providerId="ADAL" clId="{AEEE8E7C-BE45-46C9-98A5-772D3647EFD6}" dt="2026-01-24T15:05:39.860" v="824" actId="26606"/>
          <ac:spMkLst>
            <pc:docMk/>
            <pc:sldMk cId="3949053493" sldId="266"/>
            <ac:spMk id="5" creationId="{E8FC4639-8106-81FC-3802-EF2E60F85716}"/>
          </ac:spMkLst>
        </pc:spChg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3949053493" sldId="266"/>
            <ac:spMk id="6" creationId="{64C5C69C-7D9F-4F86-FD06-D72BAEAA6AE7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949053493" sldId="266"/>
            <ac:spMk id="12" creationId="{47AEA421-5F29-4BA7-9360-2501B5987921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949053493" sldId="266"/>
            <ac:spMk id="14" creationId="{9348F0CB-4904-4DEF-BDD4-ADEC2DCCCBD7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949053493" sldId="266"/>
            <ac:spMk id="16" creationId="{1583E1B8-79B3-49BB-8704-58E4AB1AF213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949053493" sldId="266"/>
            <ac:spMk id="18" creationId="{7BB34D5F-2B87-438E-8236-69C6068D47A4}"/>
          </ac:spMkLst>
        </pc:spChg>
        <pc:graphicFrameChg chg="add">
          <ac:chgData name="Ghorbani, Payman" userId="a45f9958-c696-4e23-ba70-fcf5e7b5c74e" providerId="ADAL" clId="{AEEE8E7C-BE45-46C9-98A5-772D3647EFD6}" dt="2026-01-24T15:05:39.860" v="824" actId="26606"/>
          <ac:graphicFrameMkLst>
            <pc:docMk/>
            <pc:sldMk cId="3949053493" sldId="266"/>
            <ac:graphicFrameMk id="8" creationId="{B51EC8D4-9CBC-ACDF-A64C-DDB94EE92597}"/>
          </ac:graphicFrameMkLst>
        </pc:graphicFrameChg>
      </pc:sldChg>
      <pc:sldChg chg="addSp delSp modSp mod setBg setClrOvrMap delDesignElem">
        <pc:chgData name="Ghorbani, Payman" userId="a45f9958-c696-4e23-ba70-fcf5e7b5c74e" providerId="ADAL" clId="{AEEE8E7C-BE45-46C9-98A5-772D3647EFD6}" dt="2026-01-24T15:45:31.675" v="914" actId="26606"/>
        <pc:sldMkLst>
          <pc:docMk/>
          <pc:sldMk cId="824993621" sldId="267"/>
        </pc:sldMkLst>
        <pc:spChg chg="mod">
          <ac:chgData name="Ghorbani, Payman" userId="a45f9958-c696-4e23-ba70-fcf5e7b5c74e" providerId="ADAL" clId="{AEEE8E7C-BE45-46C9-98A5-772D3647EFD6}" dt="2026-01-24T15:45:31.675" v="914" actId="26606"/>
          <ac:spMkLst>
            <pc:docMk/>
            <pc:sldMk cId="824993621" sldId="267"/>
            <ac:spMk id="2" creationId="{8B5E3A17-0A8A-2594-A5DA-968752371E52}"/>
          </ac:spMkLst>
        </pc:spChg>
        <pc:spChg chg="del">
          <ac:chgData name="Ghorbani, Payman" userId="a45f9958-c696-4e23-ba70-fcf5e7b5c74e" providerId="ADAL" clId="{AEEE8E7C-BE45-46C9-98A5-772D3647EFD6}" dt="2026-01-24T15:05:23.103" v="822" actId="26606"/>
          <ac:spMkLst>
            <pc:docMk/>
            <pc:sldMk cId="824993621" sldId="267"/>
            <ac:spMk id="3" creationId="{3AB195F0-8E9C-4614-00CD-424CEABC1601}"/>
          </ac:spMkLst>
        </pc:spChg>
        <pc:spChg chg="mod ord">
          <ac:chgData name="Ghorbani, Payman" userId="a45f9958-c696-4e23-ba70-fcf5e7b5c74e" providerId="ADAL" clId="{AEEE8E7C-BE45-46C9-98A5-772D3647EFD6}" dt="2026-01-24T15:45:31.675" v="914" actId="26606"/>
          <ac:spMkLst>
            <pc:docMk/>
            <pc:sldMk cId="824993621" sldId="267"/>
            <ac:spMk id="4" creationId="{11DC696F-4631-4875-5A85-8691FDC4BAD8}"/>
          </ac:spMkLst>
        </pc:spChg>
        <pc:spChg chg="mod ord">
          <ac:chgData name="Ghorbani, Payman" userId="a45f9958-c696-4e23-ba70-fcf5e7b5c74e" providerId="ADAL" clId="{AEEE8E7C-BE45-46C9-98A5-772D3647EFD6}" dt="2026-01-24T15:45:31.675" v="914" actId="26606"/>
          <ac:spMkLst>
            <pc:docMk/>
            <pc:sldMk cId="824993621" sldId="267"/>
            <ac:spMk id="5" creationId="{5498E275-10D9-37F0-327E-C509D00D4FDB}"/>
          </ac:spMkLst>
        </pc:spChg>
        <pc:spChg chg="mod">
          <ac:chgData name="Ghorbani, Payman" userId="a45f9958-c696-4e23-ba70-fcf5e7b5c74e" providerId="ADAL" clId="{AEEE8E7C-BE45-46C9-98A5-772D3647EFD6}" dt="2026-01-24T15:45:31.675" v="914" actId="26606"/>
          <ac:spMkLst>
            <pc:docMk/>
            <pc:sldMk cId="824993621" sldId="267"/>
            <ac:spMk id="6" creationId="{E892FB30-0BCD-6473-BBB5-7B03523A2493}"/>
          </ac:spMkLst>
        </pc:spChg>
        <pc:spChg chg="add">
          <ac:chgData name="Ghorbani, Payman" userId="a45f9958-c696-4e23-ba70-fcf5e7b5c74e" providerId="ADAL" clId="{AEEE8E7C-BE45-46C9-98A5-772D3647EFD6}" dt="2026-01-24T15:45:31.675" v="914" actId="26606"/>
          <ac:spMkLst>
            <pc:docMk/>
            <pc:sldMk cId="824993621" sldId="267"/>
            <ac:spMk id="10" creationId="{4E78424C-6FD0-41F8-9CAA-5DC19C42359F}"/>
          </ac:spMkLst>
        </pc:spChg>
        <pc:spChg chg="add">
          <ac:chgData name="Ghorbani, Payman" userId="a45f9958-c696-4e23-ba70-fcf5e7b5c74e" providerId="ADAL" clId="{AEEE8E7C-BE45-46C9-98A5-772D3647EFD6}" dt="2026-01-24T15:45:31.675" v="914" actId="26606"/>
          <ac:spMkLst>
            <pc:docMk/>
            <pc:sldMk cId="824993621" sldId="267"/>
            <ac:spMk id="11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824993621" sldId="267"/>
            <ac:spMk id="12" creationId="{47AEA421-5F29-4BA7-9360-2501B5987921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824993621" sldId="267"/>
            <ac:spMk id="13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824993621" sldId="267"/>
            <ac:spMk id="14" creationId="{9348F0CB-4904-4DEF-BDD4-ADEC2DCCCBD7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824993621" sldId="267"/>
            <ac:spMk id="15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824993621" sldId="267"/>
            <ac:spMk id="16" creationId="{1583E1B8-79B3-49BB-8704-58E4AB1AF213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824993621" sldId="267"/>
            <ac:spMk id="17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824993621" sldId="267"/>
            <ac:spMk id="18" creationId="{7BB34D5F-2B87-438E-8236-69C6068D47A4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824993621" sldId="267"/>
            <ac:spMk id="19" creationId="{10B541F0-7F6E-402E-84D8-CF96EACA5FBC}"/>
          </ac:spMkLst>
        </pc:spChg>
        <pc:spChg chg="add">
          <ac:chgData name="Ghorbani, Payman" userId="a45f9958-c696-4e23-ba70-fcf5e7b5c74e" providerId="ADAL" clId="{AEEE8E7C-BE45-46C9-98A5-772D3647EFD6}" dt="2026-01-24T15:45:31.675" v="914" actId="26606"/>
          <ac:spMkLst>
            <pc:docMk/>
            <pc:sldMk cId="824993621" sldId="267"/>
            <ac:spMk id="20" creationId="{BDC58DEA-1307-4F44-AD47-E613D8B76A89}"/>
          </ac:spMkLst>
        </pc:spChg>
        <pc:spChg chg="add">
          <ac:chgData name="Ghorbani, Payman" userId="a45f9958-c696-4e23-ba70-fcf5e7b5c74e" providerId="ADAL" clId="{AEEE8E7C-BE45-46C9-98A5-772D3647EFD6}" dt="2026-01-24T15:45:31.675" v="914" actId="26606"/>
          <ac:spMkLst>
            <pc:docMk/>
            <pc:sldMk cId="824993621" sldId="267"/>
            <ac:spMk id="21" creationId="{C99B912D-1E4B-42AF-A2BE-CFEFEC916EE7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45:31.675" v="914" actId="26606"/>
          <ac:graphicFrameMkLst>
            <pc:docMk/>
            <pc:sldMk cId="824993621" sldId="267"/>
            <ac:graphicFrameMk id="8" creationId="{811432AC-EECE-22D1-530A-A25BADB80670}"/>
          </ac:graphicFrameMkLst>
        </pc:graphicFrameChg>
      </pc:sldChg>
      <pc:sldChg chg="del">
        <pc:chgData name="Ghorbani, Payman" userId="a45f9958-c696-4e23-ba70-fcf5e7b5c74e" providerId="ADAL" clId="{AEEE8E7C-BE45-46C9-98A5-772D3647EFD6}" dt="2026-01-24T14:30:57.495" v="326" actId="2696"/>
        <pc:sldMkLst>
          <pc:docMk/>
          <pc:sldMk cId="3905511019" sldId="268"/>
        </pc:sldMkLst>
      </pc:sldChg>
      <pc:sldChg chg="addSp delSp modSp mod ord setBg setClrOvrMap delDesignElem">
        <pc:chgData name="Ghorbani, Payman" userId="a45f9958-c696-4e23-ba70-fcf5e7b5c74e" providerId="ADAL" clId="{AEEE8E7C-BE45-46C9-98A5-772D3647EFD6}" dt="2026-01-24T15:40:57.397" v="906" actId="26606"/>
        <pc:sldMkLst>
          <pc:docMk/>
          <pc:sldMk cId="2689561687" sldId="269"/>
        </pc:sldMkLst>
        <pc:spChg chg="mod">
          <ac:chgData name="Ghorbani, Payman" userId="a45f9958-c696-4e23-ba70-fcf5e7b5c74e" providerId="ADAL" clId="{AEEE8E7C-BE45-46C9-98A5-772D3647EFD6}" dt="2026-01-24T15:40:57.397" v="906" actId="26606"/>
          <ac:spMkLst>
            <pc:docMk/>
            <pc:sldMk cId="2689561687" sldId="269"/>
            <ac:spMk id="2" creationId="{4C1FF51A-5823-73A6-1AE2-9F73463CBD1D}"/>
          </ac:spMkLst>
        </pc:spChg>
        <pc:spChg chg="add del">
          <ac:chgData name="Ghorbani, Payman" userId="a45f9958-c696-4e23-ba70-fcf5e7b5c74e" providerId="ADAL" clId="{AEEE8E7C-BE45-46C9-98A5-772D3647EFD6}" dt="2026-01-24T15:00:35.532" v="772" actId="26606"/>
          <ac:spMkLst>
            <pc:docMk/>
            <pc:sldMk cId="2689561687" sldId="269"/>
            <ac:spMk id="3" creationId="{E8DC1610-5311-626B-2866-49D5BE6E84C5}"/>
          </ac:spMkLst>
        </pc:spChg>
        <pc:spChg chg="mod ord">
          <ac:chgData name="Ghorbani, Payman" userId="a45f9958-c696-4e23-ba70-fcf5e7b5c74e" providerId="ADAL" clId="{AEEE8E7C-BE45-46C9-98A5-772D3647EFD6}" dt="2026-01-24T15:40:57.397" v="906" actId="26606"/>
          <ac:spMkLst>
            <pc:docMk/>
            <pc:sldMk cId="2689561687" sldId="269"/>
            <ac:spMk id="4" creationId="{6554A9A9-C7D7-A44A-4D09-4E164E591AF0}"/>
          </ac:spMkLst>
        </pc:spChg>
        <pc:spChg chg="mod ord">
          <ac:chgData name="Ghorbani, Payman" userId="a45f9958-c696-4e23-ba70-fcf5e7b5c74e" providerId="ADAL" clId="{AEEE8E7C-BE45-46C9-98A5-772D3647EFD6}" dt="2026-01-24T15:40:57.397" v="906" actId="26606"/>
          <ac:spMkLst>
            <pc:docMk/>
            <pc:sldMk cId="2689561687" sldId="269"/>
            <ac:spMk id="5" creationId="{C3FAB61D-5C24-0B06-E067-27128CC99393}"/>
          </ac:spMkLst>
        </pc:spChg>
        <pc:spChg chg="mod ord">
          <ac:chgData name="Ghorbani, Payman" userId="a45f9958-c696-4e23-ba70-fcf5e7b5c74e" providerId="ADAL" clId="{AEEE8E7C-BE45-46C9-98A5-772D3647EFD6}" dt="2026-01-24T15:40:57.397" v="906" actId="26606"/>
          <ac:spMkLst>
            <pc:docMk/>
            <pc:sldMk cId="2689561687" sldId="269"/>
            <ac:spMk id="6" creationId="{7279DDF4-3EC3-389A-55B6-A1621D162EC6}"/>
          </ac:spMkLst>
        </pc:spChg>
        <pc:spChg chg="add del">
          <ac:chgData name="Ghorbani, Payman" userId="a45f9958-c696-4e23-ba70-fcf5e7b5c74e" providerId="ADAL" clId="{AEEE8E7C-BE45-46C9-98A5-772D3647EFD6}" dt="2026-01-24T15:23:09.398" v="852" actId="26606"/>
          <ac:spMkLst>
            <pc:docMk/>
            <pc:sldMk cId="2689561687" sldId="269"/>
            <ac:spMk id="11" creationId="{4E78424C-6FD0-41F8-9CAA-5DC19C42359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689561687" sldId="269"/>
            <ac:spMk id="12" creationId="{4E78424C-6FD0-41F8-9CAA-5DC19C42359F}"/>
          </ac:spMkLst>
        </pc:spChg>
        <pc:spChg chg="add del">
          <ac:chgData name="Ghorbani, Payman" userId="a45f9958-c696-4e23-ba70-fcf5e7b5c74e" providerId="ADAL" clId="{AEEE8E7C-BE45-46C9-98A5-772D3647EFD6}" dt="2026-01-24T15:23:09.398" v="852" actId="26606"/>
          <ac:spMkLst>
            <pc:docMk/>
            <pc:sldMk cId="2689561687" sldId="269"/>
            <ac:spMk id="13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689561687" sldId="269"/>
            <ac:spMk id="14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23:09.398" v="852" actId="26606"/>
          <ac:spMkLst>
            <pc:docMk/>
            <pc:sldMk cId="2689561687" sldId="269"/>
            <ac:spMk id="15" creationId="{BDC58DEA-1307-4F44-AD47-E613D8B76A89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689561687" sldId="269"/>
            <ac:spMk id="16" creationId="{BDC58DEA-1307-4F44-AD47-E613D8B76A89}"/>
          </ac:spMkLst>
        </pc:spChg>
        <pc:spChg chg="add del">
          <ac:chgData name="Ghorbani, Payman" userId="a45f9958-c696-4e23-ba70-fcf5e7b5c74e" providerId="ADAL" clId="{AEEE8E7C-BE45-46C9-98A5-772D3647EFD6}" dt="2026-01-24T15:23:20.600" v="856" actId="26606"/>
          <ac:spMkLst>
            <pc:docMk/>
            <pc:sldMk cId="2689561687" sldId="269"/>
            <ac:spMk id="17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2689561687" sldId="269"/>
            <ac:spMk id="18" creationId="{C99B912D-1E4B-42AF-A2BE-CFEFEC916EE7}"/>
          </ac:spMkLst>
        </pc:spChg>
        <pc:spChg chg="add del">
          <ac:chgData name="Ghorbani, Payman" userId="a45f9958-c696-4e23-ba70-fcf5e7b5c74e" providerId="ADAL" clId="{AEEE8E7C-BE45-46C9-98A5-772D3647EFD6}" dt="2026-01-24T15:23:20.600" v="856" actId="26606"/>
          <ac:spMkLst>
            <pc:docMk/>
            <pc:sldMk cId="2689561687" sldId="269"/>
            <ac:spMk id="19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23:09.398" v="852" actId="26606"/>
          <ac:spMkLst>
            <pc:docMk/>
            <pc:sldMk cId="2689561687" sldId="269"/>
            <ac:spMk id="20" creationId="{C99B912D-1E4B-42AF-A2BE-CFEFEC916EE7}"/>
          </ac:spMkLst>
        </pc:spChg>
        <pc:spChg chg="add del">
          <ac:chgData name="Ghorbani, Payman" userId="a45f9958-c696-4e23-ba70-fcf5e7b5c74e" providerId="ADAL" clId="{AEEE8E7C-BE45-46C9-98A5-772D3647EFD6}" dt="2026-01-24T15:23:20.600" v="856" actId="26606"/>
          <ac:spMkLst>
            <pc:docMk/>
            <pc:sldMk cId="2689561687" sldId="269"/>
            <ac:spMk id="21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23:20.600" v="856" actId="26606"/>
          <ac:spMkLst>
            <pc:docMk/>
            <pc:sldMk cId="2689561687" sldId="269"/>
            <ac:spMk id="22" creationId="{10B541F0-7F6E-402E-84D8-CF96EACA5FBC}"/>
          </ac:spMkLst>
        </pc:spChg>
        <pc:spChg chg="add">
          <ac:chgData name="Ghorbani, Payman" userId="a45f9958-c696-4e23-ba70-fcf5e7b5c74e" providerId="ADAL" clId="{AEEE8E7C-BE45-46C9-98A5-772D3647EFD6}" dt="2026-01-24T15:40:57.397" v="906" actId="26606"/>
          <ac:spMkLst>
            <pc:docMk/>
            <pc:sldMk cId="2689561687" sldId="269"/>
            <ac:spMk id="23" creationId="{4E78424C-6FD0-41F8-9CAA-5DC19C42359F}"/>
          </ac:spMkLst>
        </pc:spChg>
        <pc:spChg chg="add">
          <ac:chgData name="Ghorbani, Payman" userId="a45f9958-c696-4e23-ba70-fcf5e7b5c74e" providerId="ADAL" clId="{AEEE8E7C-BE45-46C9-98A5-772D3647EFD6}" dt="2026-01-24T15:40:57.397" v="906" actId="26606"/>
          <ac:spMkLst>
            <pc:docMk/>
            <pc:sldMk cId="2689561687" sldId="269"/>
            <ac:spMk id="24" creationId="{DD136760-57DC-4301-8BEA-B71AD2D13905}"/>
          </ac:spMkLst>
        </pc:spChg>
        <pc:spChg chg="add">
          <ac:chgData name="Ghorbani, Payman" userId="a45f9958-c696-4e23-ba70-fcf5e7b5c74e" providerId="ADAL" clId="{AEEE8E7C-BE45-46C9-98A5-772D3647EFD6}" dt="2026-01-24T15:40:57.397" v="906" actId="26606"/>
          <ac:spMkLst>
            <pc:docMk/>
            <pc:sldMk cId="2689561687" sldId="269"/>
            <ac:spMk id="25" creationId="{BDC58DEA-1307-4F44-AD47-E613D8B76A89}"/>
          </ac:spMkLst>
        </pc:spChg>
        <pc:spChg chg="add">
          <ac:chgData name="Ghorbani, Payman" userId="a45f9958-c696-4e23-ba70-fcf5e7b5c74e" providerId="ADAL" clId="{AEEE8E7C-BE45-46C9-98A5-772D3647EFD6}" dt="2026-01-24T15:40:57.397" v="906" actId="26606"/>
          <ac:spMkLst>
            <pc:docMk/>
            <pc:sldMk cId="2689561687" sldId="269"/>
            <ac:spMk id="26" creationId="{C99B912D-1E4B-42AF-A2BE-CFEFEC916EE7}"/>
          </ac:spMkLst>
        </pc:spChg>
        <pc:graphicFrameChg chg="add del">
          <ac:chgData name="Ghorbani, Payman" userId="a45f9958-c696-4e23-ba70-fcf5e7b5c74e" providerId="ADAL" clId="{AEEE8E7C-BE45-46C9-98A5-772D3647EFD6}" dt="2026-01-24T15:00:22.627" v="771" actId="26606"/>
          <ac:graphicFrameMkLst>
            <pc:docMk/>
            <pc:sldMk cId="2689561687" sldId="269"/>
            <ac:graphicFrameMk id="8" creationId="{28CD7B77-EA19-BA8F-5246-38C57B77E908}"/>
          </ac:graphicFrameMkLst>
        </pc:graphicFrameChg>
        <pc:graphicFrameChg chg="add mod ord modGraphic">
          <ac:chgData name="Ghorbani, Payman" userId="a45f9958-c696-4e23-ba70-fcf5e7b5c74e" providerId="ADAL" clId="{AEEE8E7C-BE45-46C9-98A5-772D3647EFD6}" dt="2026-01-24T15:40:57.397" v="906" actId="26606"/>
          <ac:graphicFrameMkLst>
            <pc:docMk/>
            <pc:sldMk cId="2689561687" sldId="269"/>
            <ac:graphicFrameMk id="9" creationId="{926E62F3-AD41-FF56-E3E9-4CD4AB336EB4}"/>
          </ac:graphicFrameMkLst>
        </pc:graphicFrameChg>
      </pc:sldChg>
      <pc:sldChg chg="addSp delSp modSp mod setBg setClrOvrMap delDesignElem">
        <pc:chgData name="Ghorbani, Payman" userId="a45f9958-c696-4e23-ba70-fcf5e7b5c74e" providerId="ADAL" clId="{AEEE8E7C-BE45-46C9-98A5-772D3647EFD6}" dt="2026-01-24T15:25:23.444" v="867"/>
        <pc:sldMkLst>
          <pc:docMk/>
          <pc:sldMk cId="1592946527" sldId="270"/>
        </pc:sldMkLst>
        <pc:spChg chg="mod ord">
          <ac:chgData name="Ghorbani, Payman" userId="a45f9958-c696-4e23-ba70-fcf5e7b5c74e" providerId="ADAL" clId="{AEEE8E7C-BE45-46C9-98A5-772D3647EFD6}" dt="2026-01-24T15:23:38.338" v="858" actId="26606"/>
          <ac:spMkLst>
            <pc:docMk/>
            <pc:sldMk cId="1592946527" sldId="270"/>
            <ac:spMk id="2" creationId="{DC630F42-A133-4505-F7AE-7241FCD7CFB1}"/>
          </ac:spMkLst>
        </pc:spChg>
        <pc:spChg chg="mod ord">
          <ac:chgData name="Ghorbani, Payman" userId="a45f9958-c696-4e23-ba70-fcf5e7b5c74e" providerId="ADAL" clId="{AEEE8E7C-BE45-46C9-98A5-772D3647EFD6}" dt="2026-01-24T15:23:38.338" v="858" actId="26606"/>
          <ac:spMkLst>
            <pc:docMk/>
            <pc:sldMk cId="1592946527" sldId="270"/>
            <ac:spMk id="3" creationId="{4F64657B-8CF6-4DA4-C00C-ABF72B99A0E6}"/>
          </ac:spMkLst>
        </pc:spChg>
        <pc:spChg chg="mod">
          <ac:chgData name="Ghorbani, Payman" userId="a45f9958-c696-4e23-ba70-fcf5e7b5c74e" providerId="ADAL" clId="{AEEE8E7C-BE45-46C9-98A5-772D3647EFD6}" dt="2026-01-24T15:23:38.338" v="858" actId="26606"/>
          <ac:spMkLst>
            <pc:docMk/>
            <pc:sldMk cId="1592946527" sldId="270"/>
            <ac:spMk id="4" creationId="{3F0EC6B8-3522-615A-22D0-3DDB21673000}"/>
          </ac:spMkLst>
        </pc:spChg>
        <pc:spChg chg="mod ord">
          <ac:chgData name="Ghorbani, Payman" userId="a45f9958-c696-4e23-ba70-fcf5e7b5c74e" providerId="ADAL" clId="{AEEE8E7C-BE45-46C9-98A5-772D3647EFD6}" dt="2026-01-24T15:23:38.338" v="858" actId="26606"/>
          <ac:spMkLst>
            <pc:docMk/>
            <pc:sldMk cId="1592946527" sldId="270"/>
            <ac:spMk id="5" creationId="{C1E0E83F-5F01-10D3-7E66-6364E6C5990B}"/>
          </ac:spMkLst>
        </pc:spChg>
        <pc:spChg chg="mod ord">
          <ac:chgData name="Ghorbani, Payman" userId="a45f9958-c696-4e23-ba70-fcf5e7b5c74e" providerId="ADAL" clId="{AEEE8E7C-BE45-46C9-98A5-772D3647EFD6}" dt="2026-01-24T15:23:38.338" v="858" actId="26606"/>
          <ac:spMkLst>
            <pc:docMk/>
            <pc:sldMk cId="1592946527" sldId="270"/>
            <ac:spMk id="6" creationId="{68330391-A121-CECA-75B2-5CC764B32C34}"/>
          </ac:spMkLst>
        </pc:spChg>
        <pc:spChg chg="add del">
          <ac:chgData name="Ghorbani, Payman" userId="a45f9958-c696-4e23-ba70-fcf5e7b5c74e" providerId="ADAL" clId="{AEEE8E7C-BE45-46C9-98A5-772D3647EFD6}" dt="2026-01-24T15:22:41.331" v="850"/>
          <ac:spMkLst>
            <pc:docMk/>
            <pc:sldMk cId="1592946527" sldId="270"/>
            <ac:spMk id="8" creationId="{0D9B8FD4-CDEB-4EB4-B4DE-C89E11938958}"/>
          </ac:spMkLst>
        </pc:spChg>
        <pc:spChg chg="add del">
          <ac:chgData name="Ghorbani, Payman" userId="a45f9958-c696-4e23-ba70-fcf5e7b5c74e" providerId="ADAL" clId="{AEEE8E7C-BE45-46C9-98A5-772D3647EFD6}" dt="2026-01-24T15:22:41.331" v="850"/>
          <ac:spMkLst>
            <pc:docMk/>
            <pc:sldMk cId="1592946527" sldId="270"/>
            <ac:spMk id="9" creationId="{5A2E3D1D-9E9F-4739-BA14-D4D7FA9FBDD1}"/>
          </ac:spMkLst>
        </pc:spChg>
        <pc:spChg chg="add del">
          <ac:chgData name="Ghorbani, Payman" userId="a45f9958-c696-4e23-ba70-fcf5e7b5c74e" providerId="ADAL" clId="{AEEE8E7C-BE45-46C9-98A5-772D3647EFD6}" dt="2026-01-24T15:22:41.331" v="850"/>
          <ac:spMkLst>
            <pc:docMk/>
            <pc:sldMk cId="1592946527" sldId="270"/>
            <ac:spMk id="10" creationId="{1FFB365B-E9DC-4859-B8AB-CB83EEBE4E28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592946527" sldId="270"/>
            <ac:spMk id="11" creationId="{74CD14DB-BB81-479F-A1FC-1C75640E9F84}"/>
          </ac:spMkLst>
        </pc:spChg>
        <pc:spChg chg="add del">
          <ac:chgData name="Ghorbani, Payman" userId="a45f9958-c696-4e23-ba70-fcf5e7b5c74e" providerId="ADAL" clId="{AEEE8E7C-BE45-46C9-98A5-772D3647EFD6}" dt="2026-01-24T15:22:41.331" v="850"/>
          <ac:spMkLst>
            <pc:docMk/>
            <pc:sldMk cId="1592946527" sldId="270"/>
            <ac:spMk id="12" creationId="{8ADAB9C8-EB37-4914-A699-C716FC8FE4FE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592946527" sldId="270"/>
            <ac:spMk id="13" creationId="{C943A91B-7CA7-4592-A975-73B1BF8C4C74}"/>
          </ac:spMkLst>
        </pc:spChg>
        <pc:spChg chg="add del">
          <ac:chgData name="Ghorbani, Payman" userId="a45f9958-c696-4e23-ba70-fcf5e7b5c74e" providerId="ADAL" clId="{AEEE8E7C-BE45-46C9-98A5-772D3647EFD6}" dt="2026-01-24T15:25:23.444" v="867"/>
          <ac:spMkLst>
            <pc:docMk/>
            <pc:sldMk cId="1592946527" sldId="270"/>
            <ac:spMk id="14" creationId="{923E8915-D2AA-4327-A45A-972C3CA9574B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592946527" sldId="270"/>
            <ac:spMk id="15" creationId="{EC471314-E46A-414B-8D91-74880E84F187}"/>
          </ac:spMkLst>
        </pc:spChg>
        <pc:spChg chg="add del">
          <ac:chgData name="Ghorbani, Payman" userId="a45f9958-c696-4e23-ba70-fcf5e7b5c74e" providerId="ADAL" clId="{AEEE8E7C-BE45-46C9-98A5-772D3647EFD6}" dt="2026-01-24T15:25:23.444" v="867"/>
          <ac:spMkLst>
            <pc:docMk/>
            <pc:sldMk cId="1592946527" sldId="270"/>
            <ac:spMk id="16" creationId="{8302FC3C-9804-4950-B721-5FD704BA6065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592946527" sldId="270"/>
            <ac:spMk id="17" creationId="{6A681326-1C9D-44A3-A627-3871BDAE4127}"/>
          </ac:spMkLst>
        </pc:spChg>
        <pc:spChg chg="add del">
          <ac:chgData name="Ghorbani, Payman" userId="a45f9958-c696-4e23-ba70-fcf5e7b5c74e" providerId="ADAL" clId="{AEEE8E7C-BE45-46C9-98A5-772D3647EFD6}" dt="2026-01-24T15:25:23.444" v="867"/>
          <ac:spMkLst>
            <pc:docMk/>
            <pc:sldMk cId="1592946527" sldId="270"/>
            <ac:spMk id="19" creationId="{F3798573-F27B-47EB-8EA4-7EE34954C2D6}"/>
          </ac:spMkLst>
        </pc:spChg>
        <pc:picChg chg="add del">
          <ac:chgData name="Ghorbani, Payman" userId="a45f9958-c696-4e23-ba70-fcf5e7b5c74e" providerId="ADAL" clId="{AEEE8E7C-BE45-46C9-98A5-772D3647EFD6}" dt="2026-01-24T15:25:23.444" v="867"/>
          <ac:picMkLst>
            <pc:docMk/>
            <pc:sldMk cId="1592946527" sldId="270"/>
            <ac:picMk id="20" creationId="{3BC6EBB2-9BDC-4075-BA6B-43A9FBF9C86C}"/>
          </ac:picMkLst>
        </pc:picChg>
        <pc:cxnChg chg="add del">
          <ac:chgData name="Ghorbani, Payman" userId="a45f9958-c696-4e23-ba70-fcf5e7b5c74e" providerId="ADAL" clId="{AEEE8E7C-BE45-46C9-98A5-772D3647EFD6}" dt="2026-01-24T15:25:23.444" v="867"/>
          <ac:cxnSpMkLst>
            <pc:docMk/>
            <pc:sldMk cId="1592946527" sldId="270"/>
            <ac:cxnSpMk id="18" creationId="{6B9695BD-ECF6-49CA-8877-8C493193C65D}"/>
          </ac:cxnSpMkLst>
        </pc:cxnChg>
      </pc:sldChg>
      <pc:sldChg chg="addSp delSp modSp mod setBg setClrOvrMap delDesignElem">
        <pc:chgData name="Ghorbani, Payman" userId="a45f9958-c696-4e23-ba70-fcf5e7b5c74e" providerId="ADAL" clId="{AEEE8E7C-BE45-46C9-98A5-772D3647EFD6}" dt="2026-01-24T15:46:17.822" v="918" actId="14100"/>
        <pc:sldMkLst>
          <pc:docMk/>
          <pc:sldMk cId="3430781072" sldId="271"/>
        </pc:sldMkLst>
        <pc:spChg chg="mod">
          <ac:chgData name="Ghorbani, Payman" userId="a45f9958-c696-4e23-ba70-fcf5e7b5c74e" providerId="ADAL" clId="{AEEE8E7C-BE45-46C9-98A5-772D3647EFD6}" dt="2026-01-24T15:46:07.685" v="917" actId="26606"/>
          <ac:spMkLst>
            <pc:docMk/>
            <pc:sldMk cId="3430781072" sldId="271"/>
            <ac:spMk id="2" creationId="{CD77F886-BE94-7CB5-F21C-CEAB1BA6DB32}"/>
          </ac:spMkLst>
        </pc:spChg>
        <pc:spChg chg="del mod">
          <ac:chgData name="Ghorbani, Payman" userId="a45f9958-c696-4e23-ba70-fcf5e7b5c74e" providerId="ADAL" clId="{AEEE8E7C-BE45-46C9-98A5-772D3647EFD6}" dt="2026-01-24T15:05:30.824" v="823" actId="26606"/>
          <ac:spMkLst>
            <pc:docMk/>
            <pc:sldMk cId="3430781072" sldId="271"/>
            <ac:spMk id="3" creationId="{B8375239-8373-CAE0-96CC-A3ED430D1D36}"/>
          </ac:spMkLst>
        </pc:spChg>
        <pc:spChg chg="mod ord">
          <ac:chgData name="Ghorbani, Payman" userId="a45f9958-c696-4e23-ba70-fcf5e7b5c74e" providerId="ADAL" clId="{AEEE8E7C-BE45-46C9-98A5-772D3647EFD6}" dt="2026-01-24T15:46:07.685" v="917" actId="26606"/>
          <ac:spMkLst>
            <pc:docMk/>
            <pc:sldMk cId="3430781072" sldId="271"/>
            <ac:spMk id="4" creationId="{57C7AE1B-323F-8C73-6FE7-66E7D54F5872}"/>
          </ac:spMkLst>
        </pc:spChg>
        <pc:spChg chg="mod ord">
          <ac:chgData name="Ghorbani, Payman" userId="a45f9958-c696-4e23-ba70-fcf5e7b5c74e" providerId="ADAL" clId="{AEEE8E7C-BE45-46C9-98A5-772D3647EFD6}" dt="2026-01-24T15:46:07.685" v="917" actId="26606"/>
          <ac:spMkLst>
            <pc:docMk/>
            <pc:sldMk cId="3430781072" sldId="271"/>
            <ac:spMk id="5" creationId="{D1FC6502-DE6A-CE72-45DD-1A50BDEE5A5C}"/>
          </ac:spMkLst>
        </pc:spChg>
        <pc:spChg chg="mod">
          <ac:chgData name="Ghorbani, Payman" userId="a45f9958-c696-4e23-ba70-fcf5e7b5c74e" providerId="ADAL" clId="{AEEE8E7C-BE45-46C9-98A5-772D3647EFD6}" dt="2026-01-24T15:46:07.685" v="917" actId="26606"/>
          <ac:spMkLst>
            <pc:docMk/>
            <pc:sldMk cId="3430781072" sldId="271"/>
            <ac:spMk id="6" creationId="{52B6A21A-F1CC-94CF-648B-B22BD20B5242}"/>
          </ac:spMkLst>
        </pc:spChg>
        <pc:spChg chg="add del">
          <ac:chgData name="Ghorbani, Payman" userId="a45f9958-c696-4e23-ba70-fcf5e7b5c74e" providerId="ADAL" clId="{AEEE8E7C-BE45-46C9-98A5-772D3647EFD6}" dt="2026-01-24T15:46:07.544" v="916" actId="26606"/>
          <ac:spMkLst>
            <pc:docMk/>
            <pc:sldMk cId="3430781072" sldId="271"/>
            <ac:spMk id="10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46:07.544" v="916" actId="26606"/>
          <ac:spMkLst>
            <pc:docMk/>
            <pc:sldMk cId="3430781072" sldId="271"/>
            <ac:spMk id="11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430781072" sldId="271"/>
            <ac:spMk id="12" creationId="{47AEA421-5F29-4BA7-9360-2501B5987921}"/>
          </ac:spMkLst>
        </pc:spChg>
        <pc:spChg chg="add del">
          <ac:chgData name="Ghorbani, Payman" userId="a45f9958-c696-4e23-ba70-fcf5e7b5c74e" providerId="ADAL" clId="{AEEE8E7C-BE45-46C9-98A5-772D3647EFD6}" dt="2026-01-24T15:28:25.312" v="884" actId="26606"/>
          <ac:spMkLst>
            <pc:docMk/>
            <pc:sldMk cId="3430781072" sldId="271"/>
            <ac:spMk id="13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430781072" sldId="271"/>
            <ac:spMk id="14" creationId="{9348F0CB-4904-4DEF-BDD4-ADEC2DCCCBD7}"/>
          </ac:spMkLst>
        </pc:spChg>
        <pc:spChg chg="add del">
          <ac:chgData name="Ghorbani, Payman" userId="a45f9958-c696-4e23-ba70-fcf5e7b5c74e" providerId="ADAL" clId="{AEEE8E7C-BE45-46C9-98A5-772D3647EFD6}" dt="2026-01-24T15:28:25.312" v="884" actId="26606"/>
          <ac:spMkLst>
            <pc:docMk/>
            <pc:sldMk cId="3430781072" sldId="271"/>
            <ac:spMk id="15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430781072" sldId="271"/>
            <ac:spMk id="16" creationId="{1583E1B8-79B3-49BB-8704-58E4AB1AF213}"/>
          </ac:spMkLst>
        </pc:spChg>
        <pc:spChg chg="add del">
          <ac:chgData name="Ghorbani, Payman" userId="a45f9958-c696-4e23-ba70-fcf5e7b5c74e" providerId="ADAL" clId="{AEEE8E7C-BE45-46C9-98A5-772D3647EFD6}" dt="2026-01-24T15:28:25.312" v="884" actId="26606"/>
          <ac:spMkLst>
            <pc:docMk/>
            <pc:sldMk cId="3430781072" sldId="271"/>
            <ac:spMk id="17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3430781072" sldId="271"/>
            <ac:spMk id="18" creationId="{7BB34D5F-2B87-438E-8236-69C6068D47A4}"/>
          </ac:spMkLst>
        </pc:spChg>
        <pc:spChg chg="add del">
          <ac:chgData name="Ghorbani, Payman" userId="a45f9958-c696-4e23-ba70-fcf5e7b5c74e" providerId="ADAL" clId="{AEEE8E7C-BE45-46C9-98A5-772D3647EFD6}" dt="2026-01-24T15:28:25.312" v="884" actId="26606"/>
          <ac:spMkLst>
            <pc:docMk/>
            <pc:sldMk cId="3430781072" sldId="271"/>
            <ac:spMk id="19" creationId="{10B541F0-7F6E-402E-84D8-CF96EACA5FBC}"/>
          </ac:spMkLst>
        </pc:spChg>
        <pc:spChg chg="add del">
          <ac:chgData name="Ghorbani, Payman" userId="a45f9958-c696-4e23-ba70-fcf5e7b5c74e" providerId="ADAL" clId="{AEEE8E7C-BE45-46C9-98A5-772D3647EFD6}" dt="2026-01-24T15:46:07.544" v="916" actId="26606"/>
          <ac:spMkLst>
            <pc:docMk/>
            <pc:sldMk cId="3430781072" sldId="271"/>
            <ac:spMk id="20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430781072" sldId="271"/>
            <ac:spMk id="21" creationId="{4E78424C-6FD0-41F8-9CAA-5DC19C42359F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430781072" sldId="271"/>
            <ac:spMk id="22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430781072" sldId="271"/>
            <ac:spMk id="23" creationId="{BDC58DEA-1307-4F44-AD47-E613D8B76A89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430781072" sldId="271"/>
            <ac:spMk id="24" creationId="{C99B912D-1E4B-42AF-A2BE-CFEFEC916EE7}"/>
          </ac:spMkLst>
        </pc:spChg>
        <pc:spChg chg="add del">
          <ac:chgData name="Ghorbani, Payman" userId="a45f9958-c696-4e23-ba70-fcf5e7b5c74e" providerId="ADAL" clId="{AEEE8E7C-BE45-46C9-98A5-772D3647EFD6}" dt="2026-01-24T15:46:07.544" v="916" actId="26606"/>
          <ac:spMkLst>
            <pc:docMk/>
            <pc:sldMk cId="3430781072" sldId="271"/>
            <ac:spMk id="25" creationId="{10B541F0-7F6E-402E-84D8-CF96EACA5FBC}"/>
          </ac:spMkLst>
        </pc:spChg>
        <pc:spChg chg="add">
          <ac:chgData name="Ghorbani, Payman" userId="a45f9958-c696-4e23-ba70-fcf5e7b5c74e" providerId="ADAL" clId="{AEEE8E7C-BE45-46C9-98A5-772D3647EFD6}" dt="2026-01-24T15:46:07.685" v="917" actId="26606"/>
          <ac:spMkLst>
            <pc:docMk/>
            <pc:sldMk cId="3430781072" sldId="271"/>
            <ac:spMk id="27" creationId="{F747F1B4-B831-4277-8AB0-32767F7EB7BF}"/>
          </ac:spMkLst>
        </pc:spChg>
        <pc:spChg chg="add">
          <ac:chgData name="Ghorbani, Payman" userId="a45f9958-c696-4e23-ba70-fcf5e7b5c74e" providerId="ADAL" clId="{AEEE8E7C-BE45-46C9-98A5-772D3647EFD6}" dt="2026-01-24T15:46:07.685" v="917" actId="26606"/>
          <ac:spMkLst>
            <pc:docMk/>
            <pc:sldMk cId="3430781072" sldId="271"/>
            <ac:spMk id="28" creationId="{D80CFA21-AB7C-4BEB-9BFF-05764FBBF3C6}"/>
          </ac:spMkLst>
        </pc:spChg>
        <pc:spChg chg="add">
          <ac:chgData name="Ghorbani, Payman" userId="a45f9958-c696-4e23-ba70-fcf5e7b5c74e" providerId="ADAL" clId="{AEEE8E7C-BE45-46C9-98A5-772D3647EFD6}" dt="2026-01-24T15:46:07.685" v="917" actId="26606"/>
          <ac:spMkLst>
            <pc:docMk/>
            <pc:sldMk cId="3430781072" sldId="271"/>
            <ac:spMk id="29" creationId="{12F7E335-851A-4CAE-B09F-E657819D4600}"/>
          </ac:spMkLst>
        </pc:spChg>
        <pc:spChg chg="add">
          <ac:chgData name="Ghorbani, Payman" userId="a45f9958-c696-4e23-ba70-fcf5e7b5c74e" providerId="ADAL" clId="{AEEE8E7C-BE45-46C9-98A5-772D3647EFD6}" dt="2026-01-24T15:46:07.685" v="917" actId="26606"/>
          <ac:spMkLst>
            <pc:docMk/>
            <pc:sldMk cId="3430781072" sldId="271"/>
            <ac:spMk id="30" creationId="{10B541F0-7F6E-402E-84D8-CF96EACA5FBC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46:17.822" v="918" actId="14100"/>
          <ac:graphicFrameMkLst>
            <pc:docMk/>
            <pc:sldMk cId="3430781072" sldId="271"/>
            <ac:graphicFrameMk id="8" creationId="{E31A8BB0-1367-E12E-2F6F-1F688762C002}"/>
          </ac:graphicFrameMkLst>
        </pc:graphicFrameChg>
      </pc:sldChg>
      <pc:sldChg chg="addSp delSp modSp mod ord setBg delDesignElem">
        <pc:chgData name="Ghorbani, Payman" userId="a45f9958-c696-4e23-ba70-fcf5e7b5c74e" providerId="ADAL" clId="{AEEE8E7C-BE45-46C9-98A5-772D3647EFD6}" dt="2026-01-24T15:40:50.469" v="905"/>
        <pc:sldMkLst>
          <pc:docMk/>
          <pc:sldMk cId="3708251514" sldId="272"/>
        </pc:sldMkLst>
        <pc:spChg chg="mod">
          <ac:chgData name="Ghorbani, Payman" userId="a45f9958-c696-4e23-ba70-fcf5e7b5c74e" providerId="ADAL" clId="{AEEE8E7C-BE45-46C9-98A5-772D3647EFD6}" dt="2026-01-24T15:25:50.673" v="870" actId="26606"/>
          <ac:spMkLst>
            <pc:docMk/>
            <pc:sldMk cId="3708251514" sldId="272"/>
            <ac:spMk id="2" creationId="{3F245CA7-2F6D-06E8-6D0A-01D4A6C0DFBF}"/>
          </ac:spMkLst>
        </pc:spChg>
        <pc:spChg chg="mod ord">
          <ac:chgData name="Ghorbani, Payman" userId="a45f9958-c696-4e23-ba70-fcf5e7b5c74e" providerId="ADAL" clId="{AEEE8E7C-BE45-46C9-98A5-772D3647EFD6}" dt="2026-01-24T15:26:13.410" v="872" actId="207"/>
          <ac:spMkLst>
            <pc:docMk/>
            <pc:sldMk cId="3708251514" sldId="272"/>
            <ac:spMk id="3" creationId="{989516F6-0E57-6D34-A771-BB6989AEF5C6}"/>
          </ac:spMkLst>
        </pc:spChg>
        <pc:spChg chg="mod ord">
          <ac:chgData name="Ghorbani, Payman" userId="a45f9958-c696-4e23-ba70-fcf5e7b5c74e" providerId="ADAL" clId="{AEEE8E7C-BE45-46C9-98A5-772D3647EFD6}" dt="2026-01-24T15:25:50.673" v="870" actId="26606"/>
          <ac:spMkLst>
            <pc:docMk/>
            <pc:sldMk cId="3708251514" sldId="272"/>
            <ac:spMk id="4" creationId="{52E72CFE-2200-1245-0DFF-01183A5D3396}"/>
          </ac:spMkLst>
        </pc:spChg>
        <pc:spChg chg="mod ord">
          <ac:chgData name="Ghorbani, Payman" userId="a45f9958-c696-4e23-ba70-fcf5e7b5c74e" providerId="ADAL" clId="{AEEE8E7C-BE45-46C9-98A5-772D3647EFD6}" dt="2026-01-24T15:25:50.673" v="870" actId="26606"/>
          <ac:spMkLst>
            <pc:docMk/>
            <pc:sldMk cId="3708251514" sldId="272"/>
            <ac:spMk id="5" creationId="{9F318CBC-94DE-4094-CC8E-910BB514E46D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3708251514" sldId="272"/>
            <ac:spMk id="6" creationId="{CEABB46F-C308-F616-D3DB-595EFB7B25E8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3708251514" sldId="272"/>
            <ac:spMk id="16" creationId="{BF916B6A-4A1E-4A48-8BC8-1E4776E0360E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3708251514" sldId="272"/>
            <ac:spMk id="17" creationId="{1C5D755C-6A9E-4780-8524-22F98BAC1A3D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3708251514" sldId="272"/>
            <ac:spMk id="18" creationId="{D8AC099B-3614-4184-BF57-F5447D1541E4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708251514" sldId="272"/>
            <ac:spMk id="19" creationId="{C2167F82-BD57-4D9B-BCC3-A4F13118BB84}"/>
          </ac:spMkLst>
        </pc:spChg>
        <pc:spChg chg="add del">
          <ac:chgData name="Ghorbani, Payman" userId="a45f9958-c696-4e23-ba70-fcf5e7b5c74e" providerId="ADAL" clId="{AEEE8E7C-BE45-46C9-98A5-772D3647EFD6}" dt="2026-01-24T15:25:50.660" v="869" actId="26606"/>
          <ac:spMkLst>
            <pc:docMk/>
            <pc:sldMk cId="3708251514" sldId="272"/>
            <ac:spMk id="20" creationId="{6B41991E-FEAE-49BB-BDDD-80639BB61C9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708251514" sldId="272"/>
            <ac:spMk id="21" creationId="{4CBF4B90-A27B-4E6A-B288-303118BA631F}"/>
          </ac:spMkLst>
        </pc:spChg>
        <pc:spChg chg="add del">
          <ac:chgData name="Ghorbani, Payman" userId="a45f9958-c696-4e23-ba70-fcf5e7b5c74e" providerId="ADAL" clId="{AEEE8E7C-BE45-46C9-98A5-772D3647EFD6}" dt="2026-01-24T15:26:30.484" v="874"/>
          <ac:spMkLst>
            <pc:docMk/>
            <pc:sldMk cId="3708251514" sldId="272"/>
            <ac:spMk id="22" creationId="{4B2FADBD-4E00-4964-AC14-6618E82084BB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708251514" sldId="272"/>
            <ac:spMk id="23" creationId="{BC77A50A-7946-4C3E-A197-2F4ACE08160A}"/>
          </ac:spMkLst>
        </pc:spChg>
        <pc:spChg chg="add del">
          <ac:chgData name="Ghorbani, Payman" userId="a45f9958-c696-4e23-ba70-fcf5e7b5c74e" providerId="ADAL" clId="{AEEE8E7C-BE45-46C9-98A5-772D3647EFD6}" dt="2026-01-24T15:26:30.484" v="874"/>
          <ac:spMkLst>
            <pc:docMk/>
            <pc:sldMk cId="3708251514" sldId="272"/>
            <ac:spMk id="24" creationId="{DAF34A11-3C81-4C72-8581-5258D3688A0E}"/>
          </ac:spMkLst>
        </pc:spChg>
        <pc:spChg chg="add del">
          <ac:chgData name="Ghorbani, Payman" userId="a45f9958-c696-4e23-ba70-fcf5e7b5c74e" providerId="ADAL" clId="{AEEE8E7C-BE45-46C9-98A5-772D3647EFD6}" dt="2026-01-24T15:26:30.484" v="874"/>
          <ac:spMkLst>
            <pc:docMk/>
            <pc:sldMk cId="3708251514" sldId="272"/>
            <ac:spMk id="25" creationId="{3F07583D-AB80-48A9-958E-B4480F8E03B3}"/>
          </ac:spMkLst>
        </pc:spChg>
        <pc:picChg chg="mod ord">
          <ac:chgData name="Ghorbani, Payman" userId="a45f9958-c696-4e23-ba70-fcf5e7b5c74e" providerId="ADAL" clId="{AEEE8E7C-BE45-46C9-98A5-772D3647EFD6}" dt="2026-01-24T15:25:50.673" v="870" actId="26606"/>
          <ac:picMkLst>
            <pc:docMk/>
            <pc:sldMk cId="3708251514" sldId="272"/>
            <ac:picMk id="8" creationId="{63EB6103-7E2C-F16F-4A54-4E92CD3F7923}"/>
          </ac:picMkLst>
        </pc:picChg>
        <pc:picChg chg="mod">
          <ac:chgData name="Ghorbani, Payman" userId="a45f9958-c696-4e23-ba70-fcf5e7b5c74e" providerId="ADAL" clId="{AEEE8E7C-BE45-46C9-98A5-772D3647EFD6}" dt="2026-01-24T15:25:50.660" v="869" actId="26606"/>
          <ac:picMkLst>
            <pc:docMk/>
            <pc:sldMk cId="3708251514" sldId="272"/>
            <ac:picMk id="10" creationId="{DB84696A-C9B0-6E53-4700-30E8E96CAB13}"/>
          </ac:picMkLst>
        </pc:picChg>
        <pc:picChg chg="mod ord">
          <ac:chgData name="Ghorbani, Payman" userId="a45f9958-c696-4e23-ba70-fcf5e7b5c74e" providerId="ADAL" clId="{AEEE8E7C-BE45-46C9-98A5-772D3647EFD6}" dt="2026-01-24T15:25:50.660" v="869" actId="26606"/>
          <ac:picMkLst>
            <pc:docMk/>
            <pc:sldMk cId="3708251514" sldId="272"/>
            <ac:picMk id="12" creationId="{87304B0E-1A76-4361-C1ED-8A61DC48E42D}"/>
          </ac:picMkLst>
        </pc:picChg>
        <pc:picChg chg="mod ord">
          <ac:chgData name="Ghorbani, Payman" userId="a45f9958-c696-4e23-ba70-fcf5e7b5c74e" providerId="ADAL" clId="{AEEE8E7C-BE45-46C9-98A5-772D3647EFD6}" dt="2026-01-24T15:25:50.673" v="870" actId="26606"/>
          <ac:picMkLst>
            <pc:docMk/>
            <pc:sldMk cId="3708251514" sldId="272"/>
            <ac:picMk id="14" creationId="{7F4A7225-F053-23EF-B018-D9FAAE175AC8}"/>
          </ac:picMkLst>
        </pc:picChg>
      </pc:sldChg>
      <pc:sldChg chg="addSp delSp modSp mod setBg delDesignElem">
        <pc:chgData name="Ghorbani, Payman" userId="a45f9958-c696-4e23-ba70-fcf5e7b5c74e" providerId="ADAL" clId="{AEEE8E7C-BE45-46C9-98A5-772D3647EFD6}" dt="2026-01-24T15:40:50.469" v="905"/>
        <pc:sldMkLst>
          <pc:docMk/>
          <pc:sldMk cId="1583836440" sldId="273"/>
        </pc:sldMkLst>
        <pc:spChg chg="mod">
          <ac:chgData name="Ghorbani, Payman" userId="a45f9958-c696-4e23-ba70-fcf5e7b5c74e" providerId="ADAL" clId="{AEEE8E7C-BE45-46C9-98A5-772D3647EFD6}" dt="2026-01-24T14:58:39.041" v="764" actId="26606"/>
          <ac:spMkLst>
            <pc:docMk/>
            <pc:sldMk cId="1583836440" sldId="273"/>
            <ac:spMk id="2" creationId="{952EAD96-5C79-97C6-6676-4F49143193E6}"/>
          </ac:spMkLst>
        </pc:spChg>
        <pc:spChg chg="mod">
          <ac:chgData name="Ghorbani, Payman" userId="a45f9958-c696-4e23-ba70-fcf5e7b5c74e" providerId="ADAL" clId="{AEEE8E7C-BE45-46C9-98A5-772D3647EFD6}" dt="2026-01-24T14:58:39.041" v="764" actId="26606"/>
          <ac:spMkLst>
            <pc:docMk/>
            <pc:sldMk cId="1583836440" sldId="273"/>
            <ac:spMk id="3" creationId="{8150D9F2-A9C6-A8DF-6730-BC422523D927}"/>
          </ac:spMkLst>
        </pc:spChg>
        <pc:spChg chg="mod ord">
          <ac:chgData name="Ghorbani, Payman" userId="a45f9958-c696-4e23-ba70-fcf5e7b5c74e" providerId="ADAL" clId="{AEEE8E7C-BE45-46C9-98A5-772D3647EFD6}" dt="2026-01-24T15:04:13.560" v="807" actId="26606"/>
          <ac:spMkLst>
            <pc:docMk/>
            <pc:sldMk cId="1583836440" sldId="273"/>
            <ac:spMk id="4" creationId="{C9D8CF2B-CABA-7E05-E7B2-8538A2B7E9E2}"/>
          </ac:spMkLst>
        </pc:spChg>
        <pc:spChg chg="mod">
          <ac:chgData name="Ghorbani, Payman" userId="a45f9958-c696-4e23-ba70-fcf5e7b5c74e" providerId="ADAL" clId="{AEEE8E7C-BE45-46C9-98A5-772D3647EFD6}" dt="2026-01-24T14:58:39.041" v="764" actId="26606"/>
          <ac:spMkLst>
            <pc:docMk/>
            <pc:sldMk cId="1583836440" sldId="273"/>
            <ac:spMk id="5" creationId="{D0D19073-988B-69F8-8B6F-F3FF8C28C405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1583836440" sldId="273"/>
            <ac:spMk id="6" creationId="{3A00CB7D-E9CA-5B0B-798B-556EE70E3E45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1583836440" sldId="273"/>
            <ac:spMk id="12" creationId="{7DAA46B9-B7E8-4487-B28E-C63A6EB7AA27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1583836440" sldId="273"/>
            <ac:spMk id="13" creationId="{C866818C-1E5F-475A-B310-3C06B555FB69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1583836440" sldId="273"/>
            <ac:spMk id="14" creationId="{D12AFDE8-E1ED-4A49-B8B3-4953F4B8ACB9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583836440" sldId="273"/>
            <ac:spMk id="15" creationId="{DBAF956B-591A-4461-BB3C-79AA176B099A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583836440" sldId="273"/>
            <ac:spMk id="17" creationId="{E8895FAA-0D03-43F6-9594-A8733552E281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583836440" sldId="273"/>
            <ac:spMk id="19" creationId="{918FB696-BC5E-43A4-9768-4BB5278BDC9A}"/>
          </ac:spMkLst>
        </pc:spChg>
        <pc:picChg chg="mod ord">
          <ac:chgData name="Ghorbani, Payman" userId="a45f9958-c696-4e23-ba70-fcf5e7b5c74e" providerId="ADAL" clId="{AEEE8E7C-BE45-46C9-98A5-772D3647EFD6}" dt="2026-01-24T15:04:13.560" v="807" actId="26606"/>
          <ac:picMkLst>
            <pc:docMk/>
            <pc:sldMk cId="1583836440" sldId="273"/>
            <ac:picMk id="8" creationId="{7E7077CB-5C65-CD04-18C1-8F5DB3862E06}"/>
          </ac:picMkLst>
        </pc:picChg>
        <pc:picChg chg="mod ord">
          <ac:chgData name="Ghorbani, Payman" userId="a45f9958-c696-4e23-ba70-fcf5e7b5c74e" providerId="ADAL" clId="{AEEE8E7C-BE45-46C9-98A5-772D3647EFD6}" dt="2026-01-24T15:04:13.560" v="807" actId="26606"/>
          <ac:picMkLst>
            <pc:docMk/>
            <pc:sldMk cId="1583836440" sldId="273"/>
            <ac:picMk id="10" creationId="{6AAAD957-0497-BC92-25B7-FC4095DFF3EE}"/>
          </ac:picMkLst>
        </pc:picChg>
      </pc:sldChg>
      <pc:sldChg chg="addSp delSp modSp mo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537455984" sldId="274"/>
        </pc:sldMkLst>
        <pc:spChg chg="mod">
          <ac:chgData name="Ghorbani, Payman" userId="a45f9958-c696-4e23-ba70-fcf5e7b5c74e" providerId="ADAL" clId="{AEEE8E7C-BE45-46C9-98A5-772D3647EFD6}" dt="2026-01-24T15:27:29.220" v="879" actId="26606"/>
          <ac:spMkLst>
            <pc:docMk/>
            <pc:sldMk cId="537455984" sldId="274"/>
            <ac:spMk id="2" creationId="{8DAC7D32-E579-AF7D-6810-A8F54113499B}"/>
          </ac:spMkLst>
        </pc:spChg>
        <pc:spChg chg="mod">
          <ac:chgData name="Ghorbani, Payman" userId="a45f9958-c696-4e23-ba70-fcf5e7b5c74e" providerId="ADAL" clId="{AEEE8E7C-BE45-46C9-98A5-772D3647EFD6}" dt="2026-01-24T15:27:29.220" v="879" actId="26606"/>
          <ac:spMkLst>
            <pc:docMk/>
            <pc:sldMk cId="537455984" sldId="274"/>
            <ac:spMk id="3" creationId="{842C3B3D-69BC-0ECF-B9C8-A609D9A8CC28}"/>
          </ac:spMkLst>
        </pc:spChg>
        <pc:spChg chg="mod ord">
          <ac:chgData name="Ghorbani, Payman" userId="a45f9958-c696-4e23-ba70-fcf5e7b5c74e" providerId="ADAL" clId="{AEEE8E7C-BE45-46C9-98A5-772D3647EFD6}" dt="2026-01-24T15:27:29.220" v="879" actId="26606"/>
          <ac:spMkLst>
            <pc:docMk/>
            <pc:sldMk cId="537455984" sldId="274"/>
            <ac:spMk id="4" creationId="{F553EE55-775A-DB4E-BBC4-87F4407C8C0E}"/>
          </ac:spMkLst>
        </pc:spChg>
        <pc:spChg chg="mod">
          <ac:chgData name="Ghorbani, Payman" userId="a45f9958-c696-4e23-ba70-fcf5e7b5c74e" providerId="ADAL" clId="{AEEE8E7C-BE45-46C9-98A5-772D3647EFD6}" dt="2026-01-24T15:27:29.220" v="879" actId="26606"/>
          <ac:spMkLst>
            <pc:docMk/>
            <pc:sldMk cId="537455984" sldId="274"/>
            <ac:spMk id="5" creationId="{2342C802-0984-91C3-5CC0-9A36CEC8E243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537455984" sldId="274"/>
            <ac:spMk id="6" creationId="{E52748CE-6D92-6109-B254-3BD5A2D1D2AC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537455984" sldId="274"/>
            <ac:spMk id="15" creationId="{EE4E366E-272A-409E-840F-9A6A64A9E3FF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537455984" sldId="274"/>
            <ac:spMk id="17" creationId="{A721560C-E4AB-4287-A29C-3F6916794CB9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537455984" sldId="274"/>
            <ac:spMk id="19" creationId="{DF6CFF07-D953-4F9C-9A0E-E0A6AACB6158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537455984" sldId="274"/>
            <ac:spMk id="21" creationId="{DAA4FEEE-0B5F-41BF-825D-60F9FB089568}"/>
          </ac:spMkLst>
        </pc:spChg>
        <pc:picChg chg="mod">
          <ac:chgData name="Ghorbani, Payman" userId="a45f9958-c696-4e23-ba70-fcf5e7b5c74e" providerId="ADAL" clId="{AEEE8E7C-BE45-46C9-98A5-772D3647EFD6}" dt="2026-01-24T15:27:29.220" v="879" actId="26606"/>
          <ac:picMkLst>
            <pc:docMk/>
            <pc:sldMk cId="537455984" sldId="274"/>
            <ac:picMk id="10" creationId="{1F6A69E8-848E-DDBB-2C0D-56DBCA354151}"/>
          </ac:picMkLst>
        </pc:picChg>
      </pc:sldChg>
      <pc:sldChg chg="addSp delSp modSp mod ord setBg setClrOvrMap delDesignElem">
        <pc:chgData name="Ghorbani, Payman" userId="a45f9958-c696-4e23-ba70-fcf5e7b5c74e" providerId="ADAL" clId="{AEEE8E7C-BE45-46C9-98A5-772D3647EFD6}" dt="2026-01-24T15:42:30.981" v="908" actId="26606"/>
        <pc:sldMkLst>
          <pc:docMk/>
          <pc:sldMk cId="1168062292" sldId="275"/>
        </pc:sldMkLst>
        <pc:spChg chg="mod">
          <ac:chgData name="Ghorbani, Payman" userId="a45f9958-c696-4e23-ba70-fcf5e7b5c74e" providerId="ADAL" clId="{AEEE8E7C-BE45-46C9-98A5-772D3647EFD6}" dt="2026-01-24T14:58:21.640" v="762" actId="26606"/>
          <ac:spMkLst>
            <pc:docMk/>
            <pc:sldMk cId="1168062292" sldId="275"/>
            <ac:spMk id="2" creationId="{D4277F4C-CF25-BBC2-FEC4-C39B9C102CC3}"/>
          </ac:spMkLst>
        </pc:spChg>
        <pc:spChg chg="mod">
          <ac:chgData name="Ghorbani, Payman" userId="a45f9958-c696-4e23-ba70-fcf5e7b5c74e" providerId="ADAL" clId="{AEEE8E7C-BE45-46C9-98A5-772D3647EFD6}" dt="2026-01-24T14:58:21.640" v="762" actId="26606"/>
          <ac:spMkLst>
            <pc:docMk/>
            <pc:sldMk cId="1168062292" sldId="275"/>
            <ac:spMk id="3" creationId="{446E5AD4-EEC1-503B-B85C-18EC4B3C77B3}"/>
          </ac:spMkLst>
        </pc:spChg>
        <pc:spChg chg="mod ord">
          <ac:chgData name="Ghorbani, Payman" userId="a45f9958-c696-4e23-ba70-fcf5e7b5c74e" providerId="ADAL" clId="{AEEE8E7C-BE45-46C9-98A5-772D3647EFD6}" dt="2026-01-24T15:42:30.981" v="908" actId="26606"/>
          <ac:spMkLst>
            <pc:docMk/>
            <pc:sldMk cId="1168062292" sldId="275"/>
            <ac:spMk id="4" creationId="{449919D2-7B95-C4C7-E301-957966CAC44F}"/>
          </ac:spMkLst>
        </pc:spChg>
        <pc:spChg chg="mod">
          <ac:chgData name="Ghorbani, Payman" userId="a45f9958-c696-4e23-ba70-fcf5e7b5c74e" providerId="ADAL" clId="{AEEE8E7C-BE45-46C9-98A5-772D3647EFD6}" dt="2026-01-24T14:58:21.640" v="762" actId="26606"/>
          <ac:spMkLst>
            <pc:docMk/>
            <pc:sldMk cId="1168062292" sldId="275"/>
            <ac:spMk id="5" creationId="{058ED478-0740-EAB6-A6AA-920BC323E006}"/>
          </ac:spMkLst>
        </pc:spChg>
        <pc:spChg chg="mod ord">
          <ac:chgData name="Ghorbani, Payman" userId="a45f9958-c696-4e23-ba70-fcf5e7b5c74e" providerId="ADAL" clId="{AEEE8E7C-BE45-46C9-98A5-772D3647EFD6}" dt="2026-01-24T15:42:30.981" v="908" actId="26606"/>
          <ac:spMkLst>
            <pc:docMk/>
            <pc:sldMk cId="1168062292" sldId="275"/>
            <ac:spMk id="6" creationId="{AE4299EE-BC5E-8B23-4DC5-9FC503CF54C4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1168062292" sldId="275"/>
            <ac:spMk id="10" creationId="{B4AAD3FD-83A5-4B89-9F8F-01B8870865BE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1168062292" sldId="275"/>
            <ac:spMk id="11" creationId="{61752F1D-FC0F-4103-9584-630E643CCDA6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1168062292" sldId="275"/>
            <ac:spMk id="12" creationId="{70151CB7-E7DE-4917-B831-01DF9CE01306}"/>
          </ac:spMkLst>
        </pc:spChg>
        <pc:spChg chg="add del">
          <ac:chgData name="Ghorbani, Payman" userId="a45f9958-c696-4e23-ba70-fcf5e7b5c74e" providerId="ADAL" clId="{AEEE8E7C-BE45-46C9-98A5-772D3647EFD6}" dt="2026-01-24T14:58:21.613" v="761" actId="26606"/>
          <ac:spMkLst>
            <pc:docMk/>
            <pc:sldMk cId="1168062292" sldId="275"/>
            <ac:spMk id="13" creationId="{EE4E366E-272A-409E-840F-9A6A64A9E3FF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1168062292" sldId="275"/>
            <ac:spMk id="14" creationId="{A92A1116-1C84-41DF-B803-1F7B0883EC82}"/>
          </ac:spMkLst>
        </pc:spChg>
        <pc:spChg chg="add del">
          <ac:chgData name="Ghorbani, Payman" userId="a45f9958-c696-4e23-ba70-fcf5e7b5c74e" providerId="ADAL" clId="{AEEE8E7C-BE45-46C9-98A5-772D3647EFD6}" dt="2026-01-24T14:58:21.613" v="761" actId="26606"/>
          <ac:spMkLst>
            <pc:docMk/>
            <pc:sldMk cId="1168062292" sldId="275"/>
            <ac:spMk id="15" creationId="{A721560C-E4AB-4287-A29C-3F6916794CB9}"/>
          </ac:spMkLst>
        </pc:spChg>
        <pc:spChg chg="add">
          <ac:chgData name="Ghorbani, Payman" userId="a45f9958-c696-4e23-ba70-fcf5e7b5c74e" providerId="ADAL" clId="{AEEE8E7C-BE45-46C9-98A5-772D3647EFD6}" dt="2026-01-24T15:42:30.981" v="908" actId="26606"/>
          <ac:spMkLst>
            <pc:docMk/>
            <pc:sldMk cId="1168062292" sldId="275"/>
            <ac:spMk id="16" creationId="{B4AAD3FD-83A5-4B89-9F8F-01B8870865BE}"/>
          </ac:spMkLst>
        </pc:spChg>
        <pc:spChg chg="add del">
          <ac:chgData name="Ghorbani, Payman" userId="a45f9958-c696-4e23-ba70-fcf5e7b5c74e" providerId="ADAL" clId="{AEEE8E7C-BE45-46C9-98A5-772D3647EFD6}" dt="2026-01-24T14:58:21.613" v="761" actId="26606"/>
          <ac:spMkLst>
            <pc:docMk/>
            <pc:sldMk cId="1168062292" sldId="275"/>
            <ac:spMk id="17" creationId="{DF6CFF07-D953-4F9C-9A0E-E0A6AACB6158}"/>
          </ac:spMkLst>
        </pc:spChg>
        <pc:spChg chg="add">
          <ac:chgData name="Ghorbani, Payman" userId="a45f9958-c696-4e23-ba70-fcf5e7b5c74e" providerId="ADAL" clId="{AEEE8E7C-BE45-46C9-98A5-772D3647EFD6}" dt="2026-01-24T15:42:30.981" v="908" actId="26606"/>
          <ac:spMkLst>
            <pc:docMk/>
            <pc:sldMk cId="1168062292" sldId="275"/>
            <ac:spMk id="18" creationId="{61752F1D-FC0F-4103-9584-630E643CCDA6}"/>
          </ac:spMkLst>
        </pc:spChg>
        <pc:spChg chg="add del">
          <ac:chgData name="Ghorbani, Payman" userId="a45f9958-c696-4e23-ba70-fcf5e7b5c74e" providerId="ADAL" clId="{AEEE8E7C-BE45-46C9-98A5-772D3647EFD6}" dt="2026-01-24T14:58:21.613" v="761" actId="26606"/>
          <ac:spMkLst>
            <pc:docMk/>
            <pc:sldMk cId="1168062292" sldId="275"/>
            <ac:spMk id="19" creationId="{DAA4FEEE-0B5F-41BF-825D-60F9FB089568}"/>
          </ac:spMkLst>
        </pc:spChg>
        <pc:spChg chg="add">
          <ac:chgData name="Ghorbani, Payman" userId="a45f9958-c696-4e23-ba70-fcf5e7b5c74e" providerId="ADAL" clId="{AEEE8E7C-BE45-46C9-98A5-772D3647EFD6}" dt="2026-01-24T15:42:30.981" v="908" actId="26606"/>
          <ac:spMkLst>
            <pc:docMk/>
            <pc:sldMk cId="1168062292" sldId="275"/>
            <ac:spMk id="20" creationId="{70151CB7-E7DE-4917-B831-01DF9CE0130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168062292" sldId="275"/>
            <ac:spMk id="21" creationId="{B4AAD3FD-83A5-4B89-9F8F-01B8870865BE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168062292" sldId="275"/>
            <ac:spMk id="22" creationId="{61752F1D-FC0F-4103-9584-630E643CCDA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168062292" sldId="275"/>
            <ac:spMk id="23" creationId="{70151CB7-E7DE-4917-B831-01DF9CE0130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168062292" sldId="275"/>
            <ac:spMk id="24" creationId="{A92A1116-1C84-41DF-B803-1F7B0883EC82}"/>
          </ac:spMkLst>
        </pc:spChg>
        <pc:spChg chg="add">
          <ac:chgData name="Ghorbani, Payman" userId="a45f9958-c696-4e23-ba70-fcf5e7b5c74e" providerId="ADAL" clId="{AEEE8E7C-BE45-46C9-98A5-772D3647EFD6}" dt="2026-01-24T15:42:30.981" v="908" actId="26606"/>
          <ac:spMkLst>
            <pc:docMk/>
            <pc:sldMk cId="1168062292" sldId="275"/>
            <ac:spMk id="25" creationId="{A92A1116-1C84-41DF-B803-1F7B0883EC82}"/>
          </ac:spMkLst>
        </pc:spChg>
        <pc:picChg chg="mod ord">
          <ac:chgData name="Ghorbani, Payman" userId="a45f9958-c696-4e23-ba70-fcf5e7b5c74e" providerId="ADAL" clId="{AEEE8E7C-BE45-46C9-98A5-772D3647EFD6}" dt="2026-01-24T15:42:30.981" v="908" actId="26606"/>
          <ac:picMkLst>
            <pc:docMk/>
            <pc:sldMk cId="1168062292" sldId="275"/>
            <ac:picMk id="8" creationId="{3618DD2C-F1CF-B899-166F-7A5269D0C40E}"/>
          </ac:picMkLst>
        </pc:picChg>
      </pc:sldChg>
      <pc:sldChg chg="addSp delSp modSp mod setBg setClrOvrMap delDesignElem">
        <pc:chgData name="Ghorbani, Payman" userId="a45f9958-c696-4e23-ba70-fcf5e7b5c74e" providerId="ADAL" clId="{AEEE8E7C-BE45-46C9-98A5-772D3647EFD6}" dt="2026-01-24T15:42:08.687" v="907" actId="26606"/>
        <pc:sldMkLst>
          <pc:docMk/>
          <pc:sldMk cId="377637449" sldId="276"/>
        </pc:sldMkLst>
        <pc:spChg chg="mo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2" creationId="{20154E99-6AA3-DB5D-A5B5-FFB4AED441B6}"/>
          </ac:spMkLst>
        </pc:spChg>
        <pc:spChg chg="mo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3" creationId="{05CE25BC-1406-DDF9-05BB-EA7B88CB56C7}"/>
          </ac:spMkLst>
        </pc:spChg>
        <pc:spChg chg="mod or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4" creationId="{0C2C09A8-EE12-5DCD-3459-9E1F14BF90F8}"/>
          </ac:spMkLst>
        </pc:spChg>
        <pc:spChg chg="mod or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5" creationId="{D7E140BB-C129-E770-7369-14429061E310}"/>
          </ac:spMkLst>
        </pc:spChg>
        <pc:spChg chg="mod or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6" creationId="{750F4281-A0D9-A5AC-77E5-F6C288411EC8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77637449" sldId="276"/>
            <ac:spMk id="10" creationId="{B4AAD3FD-83A5-4B89-9F8F-01B8870865BE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77637449" sldId="276"/>
            <ac:spMk id="11" creationId="{61752F1D-FC0F-4103-9584-630E643CCDA6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77637449" sldId="276"/>
            <ac:spMk id="12" creationId="{70151CB7-E7DE-4917-B831-01DF9CE0130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77637449" sldId="276"/>
            <ac:spMk id="13" creationId="{B4AAD3FD-83A5-4B89-9F8F-01B8870865BE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377637449" sldId="276"/>
            <ac:spMk id="14" creationId="{A92A1116-1C84-41DF-B803-1F7B0883EC82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77637449" sldId="276"/>
            <ac:spMk id="15" creationId="{61752F1D-FC0F-4103-9584-630E643CCDA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77637449" sldId="276"/>
            <ac:spMk id="17" creationId="{70151CB7-E7DE-4917-B831-01DF9CE0130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77637449" sldId="276"/>
            <ac:spMk id="19" creationId="{A92A1116-1C84-41DF-B803-1F7B0883EC82}"/>
          </ac:spMkLst>
        </pc:spChg>
        <pc:spChg chg="ad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20" creationId="{4AC0CD9D-7610-4620-93B4-798CCD9AB581}"/>
          </ac:spMkLst>
        </pc:spChg>
        <pc:spChg chg="ad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23" creationId="{DE4D62F9-188E-4530-84C2-24BDEE4BEB82}"/>
          </ac:spMkLst>
        </pc:spChg>
        <pc:spChg chg="ad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25" creationId="{D67CA421-FA2B-47ED-A101-F8BBEBB2976B}"/>
          </ac:spMkLst>
        </pc:spChg>
        <pc:spChg chg="ad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27" creationId="{12425D82-CD5E-45A4-9542-70951E59F2D1}"/>
          </ac:spMkLst>
        </pc:spChg>
        <pc:spChg chg="add">
          <ac:chgData name="Ghorbani, Payman" userId="a45f9958-c696-4e23-ba70-fcf5e7b5c74e" providerId="ADAL" clId="{AEEE8E7C-BE45-46C9-98A5-772D3647EFD6}" dt="2026-01-24T15:42:08.687" v="907" actId="26606"/>
          <ac:spMkLst>
            <pc:docMk/>
            <pc:sldMk cId="377637449" sldId="276"/>
            <ac:spMk id="29" creationId="{221DB897-A621-4D5F-AC81-91199AC4370E}"/>
          </ac:spMkLst>
        </pc:spChg>
        <pc:picChg chg="mod ord">
          <ac:chgData name="Ghorbani, Payman" userId="a45f9958-c696-4e23-ba70-fcf5e7b5c74e" providerId="ADAL" clId="{AEEE8E7C-BE45-46C9-98A5-772D3647EFD6}" dt="2026-01-24T15:26:34.585" v="875" actId="26606"/>
          <ac:picMkLst>
            <pc:docMk/>
            <pc:sldMk cId="377637449" sldId="276"/>
            <ac:picMk id="8" creationId="{92DB135C-C339-4797-C4F2-C8931F263F1D}"/>
          </ac:picMkLst>
        </pc:picChg>
      </pc:sldChg>
      <pc:sldChg chg="addSp delSp modSp mod setBg delDesignElem">
        <pc:chgData name="Ghorbani, Payman" userId="a45f9958-c696-4e23-ba70-fcf5e7b5c74e" providerId="ADAL" clId="{AEEE8E7C-BE45-46C9-98A5-772D3647EFD6}" dt="2026-01-24T15:44:30.053" v="912" actId="20577"/>
        <pc:sldMkLst>
          <pc:docMk/>
          <pc:sldMk cId="2460079158" sldId="277"/>
        </pc:sldMkLst>
        <pc:spChg chg="mod">
          <ac:chgData name="Ghorbani, Payman" userId="a45f9958-c696-4e23-ba70-fcf5e7b5c74e" providerId="ADAL" clId="{AEEE8E7C-BE45-46C9-98A5-772D3647EFD6}" dt="2026-01-24T15:44:30.053" v="912" actId="20577"/>
          <ac:spMkLst>
            <pc:docMk/>
            <pc:sldMk cId="2460079158" sldId="277"/>
            <ac:spMk id="2" creationId="{76561DCD-E079-563F-23F3-9A524A8CB4B6}"/>
          </ac:spMkLst>
        </pc:spChg>
        <pc:spChg chg="mod ord">
          <ac:chgData name="Ghorbani, Payman" userId="a45f9958-c696-4e23-ba70-fcf5e7b5c74e" providerId="ADAL" clId="{AEEE8E7C-BE45-46C9-98A5-772D3647EFD6}" dt="2026-01-24T15:27:49.323" v="880" actId="26606"/>
          <ac:spMkLst>
            <pc:docMk/>
            <pc:sldMk cId="2460079158" sldId="277"/>
            <ac:spMk id="4" creationId="{B76545EC-6283-5F31-A7A2-23A0F1AF8D7F}"/>
          </ac:spMkLst>
        </pc:spChg>
        <pc:spChg chg="mod ord">
          <ac:chgData name="Ghorbani, Payman" userId="a45f9958-c696-4e23-ba70-fcf5e7b5c74e" providerId="ADAL" clId="{AEEE8E7C-BE45-46C9-98A5-772D3647EFD6}" dt="2026-01-24T15:27:49.323" v="880" actId="26606"/>
          <ac:spMkLst>
            <pc:docMk/>
            <pc:sldMk cId="2460079158" sldId="277"/>
            <ac:spMk id="5" creationId="{EA73AE55-3432-A78B-9213-1BAC5C09189C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2460079158" sldId="277"/>
            <ac:spMk id="6" creationId="{BF935C1D-9EC6-AB42-A14D-F17BEDB488A0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460079158" sldId="277"/>
            <ac:spMk id="18" creationId="{4A497DBC-2692-42B4-A606-31024033F7C0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460079158" sldId="277"/>
            <ac:spMk id="23" creationId="{4A497DBC-2692-42B4-A606-31024033F7C0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460079158" sldId="277"/>
            <ac:spMk id="24" creationId="{633F040E-FA1C-4EDC-B925-7EFCB9582839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460079158" sldId="277"/>
            <ac:spMk id="26" creationId="{185730E4-A3A6-43E2-8E84-A4D61748BC82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460079158" sldId="277"/>
            <ac:spMk id="29" creationId="{633F040E-FA1C-4EDC-B925-7EFCB9582839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460079158" sldId="277"/>
            <ac:spMk id="31" creationId="{3FDC3884-AF10-42EC-A828-643B6154F9F5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460079158" sldId="277"/>
            <ac:spMk id="33" creationId="{61835C02-009F-45B9-81BA-49BD79D44CBF}"/>
          </ac:spMkLst>
        </pc:spChg>
        <pc:picChg chg="mod">
          <ac:chgData name="Ghorbani, Payman" userId="a45f9958-c696-4e23-ba70-fcf5e7b5c74e" providerId="ADAL" clId="{AEEE8E7C-BE45-46C9-98A5-772D3647EFD6}" dt="2026-01-24T15:27:49.323" v="880" actId="26606"/>
          <ac:picMkLst>
            <pc:docMk/>
            <pc:sldMk cId="2460079158" sldId="277"/>
            <ac:picMk id="14" creationId="{B3FEDB7D-2244-BB2C-6A8A-349EB26A61B7}"/>
          </ac:picMkLst>
        </pc:picChg>
        <pc:picChg chg="add del">
          <ac:chgData name="Ghorbani, Payman" userId="a45f9958-c696-4e23-ba70-fcf5e7b5c74e" providerId="ADAL" clId="{AEEE8E7C-BE45-46C9-98A5-772D3647EFD6}" dt="2026-01-24T15:40:46.559" v="904"/>
          <ac:picMkLst>
            <pc:docMk/>
            <pc:sldMk cId="2460079158" sldId="277"/>
            <ac:picMk id="16" creationId="{BD310164-D3A3-415E-9D94-5D21D9FB2F6C}"/>
          </ac:picMkLst>
        </pc:picChg>
        <pc:picChg chg="add del">
          <ac:chgData name="Ghorbani, Payman" userId="a45f9958-c696-4e23-ba70-fcf5e7b5c74e" providerId="ADAL" clId="{AEEE8E7C-BE45-46C9-98A5-772D3647EFD6}" dt="2026-01-24T15:40:46.559" v="904"/>
          <ac:picMkLst>
            <pc:docMk/>
            <pc:sldMk cId="2460079158" sldId="277"/>
            <ac:picMk id="17" creationId="{BE586E08-18BF-4AB1-AB48-4005D567343E}"/>
          </ac:picMkLst>
        </pc:picChg>
        <pc:picChg chg="add del">
          <ac:chgData name="Ghorbani, Payman" userId="a45f9958-c696-4e23-ba70-fcf5e7b5c74e" providerId="ADAL" clId="{AEEE8E7C-BE45-46C9-98A5-772D3647EFD6}" dt="2026-01-24T15:21:35.295" v="843"/>
          <ac:picMkLst>
            <pc:docMk/>
            <pc:sldMk cId="2460079158" sldId="277"/>
            <ac:picMk id="19" creationId="{BD310164-D3A3-415E-9D94-5D21D9FB2F6C}"/>
          </ac:picMkLst>
        </pc:picChg>
        <pc:picChg chg="del">
          <ac:chgData name="Ghorbani, Payman" userId="a45f9958-c696-4e23-ba70-fcf5e7b5c74e" providerId="ADAL" clId="{AEEE8E7C-BE45-46C9-98A5-772D3647EFD6}" dt="2026-01-24T15:40:46.559" v="904"/>
          <ac:picMkLst>
            <pc:docMk/>
            <pc:sldMk cId="2460079158" sldId="277"/>
            <ac:picMk id="20" creationId="{3517A192-66A9-4297-9284-65580829ABF1}"/>
          </ac:picMkLst>
        </pc:picChg>
        <pc:picChg chg="del">
          <ac:chgData name="Ghorbani, Payman" userId="a45f9958-c696-4e23-ba70-fcf5e7b5c74e" providerId="ADAL" clId="{AEEE8E7C-BE45-46C9-98A5-772D3647EFD6}" dt="2026-01-24T15:21:35.295" v="843"/>
          <ac:picMkLst>
            <pc:docMk/>
            <pc:sldMk cId="2460079158" sldId="277"/>
            <ac:picMk id="21" creationId="{BE586E08-18BF-4AB1-AB48-4005D567343E}"/>
          </ac:picMkLst>
        </pc:picChg>
        <pc:picChg chg="del">
          <ac:chgData name="Ghorbani, Payman" userId="a45f9958-c696-4e23-ba70-fcf5e7b5c74e" providerId="ADAL" clId="{AEEE8E7C-BE45-46C9-98A5-772D3647EFD6}" dt="2026-01-24T15:40:46.559" v="904"/>
          <ac:picMkLst>
            <pc:docMk/>
            <pc:sldMk cId="2460079158" sldId="277"/>
            <ac:picMk id="22" creationId="{130825ED-0133-430D-BBBB-50B6F5228448}"/>
          </ac:picMkLst>
        </pc:picChg>
        <pc:picChg chg="add del">
          <ac:chgData name="Ghorbani, Payman" userId="a45f9958-c696-4e23-ba70-fcf5e7b5c74e" providerId="ADAL" clId="{AEEE8E7C-BE45-46C9-98A5-772D3647EFD6}" dt="2026-01-24T15:21:35.295" v="843"/>
          <ac:picMkLst>
            <pc:docMk/>
            <pc:sldMk cId="2460079158" sldId="277"/>
            <ac:picMk id="25" creationId="{3517A192-66A9-4297-9284-65580829ABF1}"/>
          </ac:picMkLst>
        </pc:picChg>
        <pc:picChg chg="del">
          <ac:chgData name="Ghorbani, Payman" userId="a45f9958-c696-4e23-ba70-fcf5e7b5c74e" providerId="ADAL" clId="{AEEE8E7C-BE45-46C9-98A5-772D3647EFD6}" dt="2026-01-24T15:21:35.295" v="843"/>
          <ac:picMkLst>
            <pc:docMk/>
            <pc:sldMk cId="2460079158" sldId="277"/>
            <ac:picMk id="27" creationId="{130825ED-0133-430D-BBBB-50B6F5228448}"/>
          </ac:picMkLst>
        </pc:picChg>
      </pc:sldChg>
      <pc:sldChg chg="addSp delSp modSp new mo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2613655520" sldId="278"/>
        </pc:sldMkLst>
        <pc:spChg chg="mod">
          <ac:chgData name="Ghorbani, Payman" userId="a45f9958-c696-4e23-ba70-fcf5e7b5c74e" providerId="ADAL" clId="{AEEE8E7C-BE45-46C9-98A5-772D3647EFD6}" dt="2026-01-24T15:20:18.212" v="828" actId="26606"/>
          <ac:spMkLst>
            <pc:docMk/>
            <pc:sldMk cId="2613655520" sldId="278"/>
            <ac:spMk id="2" creationId="{FA80F2F4-DA41-F2B7-5129-13ADAAD0640A}"/>
          </ac:spMkLst>
        </pc:spChg>
        <pc:spChg chg="del mod">
          <ac:chgData name="Ghorbani, Payman" userId="a45f9958-c696-4e23-ba70-fcf5e7b5c74e" providerId="ADAL" clId="{AEEE8E7C-BE45-46C9-98A5-772D3647EFD6}" dt="2026-01-24T15:03:26.408" v="804" actId="26606"/>
          <ac:spMkLst>
            <pc:docMk/>
            <pc:sldMk cId="2613655520" sldId="278"/>
            <ac:spMk id="3" creationId="{29B8DCC8-400E-585A-233F-520A4E5E9942}"/>
          </ac:spMkLst>
        </pc:spChg>
        <pc:spChg chg="mod ord">
          <ac:chgData name="Ghorbani, Payman" userId="a45f9958-c696-4e23-ba70-fcf5e7b5c74e" providerId="ADAL" clId="{AEEE8E7C-BE45-46C9-98A5-772D3647EFD6}" dt="2026-01-24T15:31:35.115" v="890" actId="26606"/>
          <ac:spMkLst>
            <pc:docMk/>
            <pc:sldMk cId="2613655520" sldId="278"/>
            <ac:spMk id="4" creationId="{4C12AE83-DE2E-6293-29AC-8A72EA15DF9D}"/>
          </ac:spMkLst>
        </pc:spChg>
        <pc:spChg chg="mod ord">
          <ac:chgData name="Ghorbani, Payman" userId="a45f9958-c696-4e23-ba70-fcf5e7b5c74e" providerId="ADAL" clId="{AEEE8E7C-BE45-46C9-98A5-772D3647EFD6}" dt="2026-01-24T15:31:35.115" v="890" actId="26606"/>
          <ac:spMkLst>
            <pc:docMk/>
            <pc:sldMk cId="2613655520" sldId="278"/>
            <ac:spMk id="5" creationId="{EB489C6C-0185-93DD-75A3-F700F6BE754B}"/>
          </ac:spMkLst>
        </pc:spChg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2613655520" sldId="278"/>
            <ac:spMk id="6" creationId="{DF919E62-F8B7-CAD8-E7C3-45E1B47D7DD0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613655520" sldId="278"/>
            <ac:spMk id="10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613655520" sldId="278"/>
            <ac:spMk id="11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2613655520" sldId="278"/>
            <ac:spMk id="12" creationId="{4E78424C-6FD0-41F8-9CAA-5DC19C42359F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613655520" sldId="278"/>
            <ac:spMk id="13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2613655520" sldId="278"/>
            <ac:spMk id="14" creationId="{DD136760-57DC-4301-8BEA-B71AD2D13905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613655520" sldId="278"/>
            <ac:spMk id="15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2613655520" sldId="278"/>
            <ac:spMk id="16" creationId="{BDC58DEA-1307-4F44-AD47-E613D8B76A89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613655520" sldId="278"/>
            <ac:spMk id="17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2613655520" sldId="278"/>
            <ac:spMk id="18" creationId="{C99B912D-1E4B-42AF-A2BE-CFEFEC916EE7}"/>
          </ac:spMkLst>
        </pc:spChg>
        <pc:spChg chg="add del">
          <ac:chgData name="Ghorbani, Payman" userId="a45f9958-c696-4e23-ba70-fcf5e7b5c74e" providerId="ADAL" clId="{AEEE8E7C-BE45-46C9-98A5-772D3647EFD6}" dt="2026-01-24T15:21:35.295" v="843"/>
          <ac:spMkLst>
            <pc:docMk/>
            <pc:sldMk cId="2613655520" sldId="278"/>
            <ac:spMk id="19" creationId="{10B541F0-7F6E-402E-84D8-CF96EACA5FBC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613655520" sldId="278"/>
            <ac:spMk id="20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2613655520" sldId="278"/>
            <ac:spMk id="21" creationId="{10B541F0-7F6E-402E-84D8-CF96EACA5FBC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31:35.115" v="890" actId="26606"/>
          <ac:graphicFrameMkLst>
            <pc:docMk/>
            <pc:sldMk cId="2613655520" sldId="278"/>
            <ac:graphicFrameMk id="8" creationId="{2E5F8C8A-5B1C-1552-F401-93A78C4722B2}"/>
          </ac:graphicFrameMkLst>
        </pc:graphicFrameChg>
      </pc:sldChg>
      <pc:sldChg chg="addSp delSp modSp new mod or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1701928330" sldId="279"/>
        </pc:sldMkLst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1701928330" sldId="279"/>
            <ac:spMk id="2" creationId="{7690A891-9C41-C296-D216-EFC32F6E176F}"/>
          </ac:spMkLst>
        </pc:spChg>
        <pc:spChg chg="del mod">
          <ac:chgData name="Ghorbani, Payman" userId="a45f9958-c696-4e23-ba70-fcf5e7b5c74e" providerId="ADAL" clId="{AEEE8E7C-BE45-46C9-98A5-772D3647EFD6}" dt="2026-01-24T14:59:23.162" v="767" actId="26606"/>
          <ac:spMkLst>
            <pc:docMk/>
            <pc:sldMk cId="1701928330" sldId="279"/>
            <ac:spMk id="3" creationId="{B336279F-05E4-FE01-9DB2-729503D57C7F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1701928330" sldId="279"/>
            <ac:spMk id="4" creationId="{8ED2A55C-BFEF-341A-9B25-441F366C6759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1701928330" sldId="279"/>
            <ac:spMk id="5" creationId="{6940E076-7709-2404-7C59-749B5851E38F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1701928330" sldId="279"/>
            <ac:spMk id="6" creationId="{D0F2D839-DB98-E6FC-5574-87C13AC8B129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701928330" sldId="279"/>
            <ac:spMk id="12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701928330" sldId="279"/>
            <ac:spMk id="14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701928330" sldId="279"/>
            <ac:spMk id="16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1701928330" sldId="279"/>
            <ac:spMk id="18" creationId="{10B541F0-7F6E-402E-84D8-CF96EACA5FBC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24:34.520" v="861" actId="26606"/>
          <ac:graphicFrameMkLst>
            <pc:docMk/>
            <pc:sldMk cId="1701928330" sldId="279"/>
            <ac:graphicFrameMk id="8" creationId="{22AB95B5-F3E2-078C-6337-B97539A423F2}"/>
          </ac:graphicFrameMkLst>
        </pc:graphicFrameChg>
      </pc:sldChg>
      <pc:sldChg chg="addSp delSp modSp new mod setBg setClrOvrMap delDesignElem">
        <pc:chgData name="Ghorbani, Payman" userId="a45f9958-c696-4e23-ba70-fcf5e7b5c74e" providerId="ADAL" clId="{AEEE8E7C-BE45-46C9-98A5-772D3647EFD6}" dt="2026-01-24T15:40:50.469" v="905"/>
        <pc:sldMkLst>
          <pc:docMk/>
          <pc:sldMk cId="3143092720" sldId="280"/>
        </pc:sldMkLst>
        <pc:spChg chg="mod">
          <ac:chgData name="Ghorbani, Payman" userId="a45f9958-c696-4e23-ba70-fcf5e7b5c74e" providerId="ADAL" clId="{AEEE8E7C-BE45-46C9-98A5-772D3647EFD6}" dt="2026-01-24T15:40:50.469" v="905"/>
          <ac:spMkLst>
            <pc:docMk/>
            <pc:sldMk cId="3143092720" sldId="280"/>
            <ac:spMk id="2" creationId="{7413BC51-C52D-F34C-74E7-A3C20C7AD2B1}"/>
          </ac:spMkLst>
        </pc:spChg>
        <pc:spChg chg="del mod">
          <ac:chgData name="Ghorbani, Payman" userId="a45f9958-c696-4e23-ba70-fcf5e7b5c74e" providerId="ADAL" clId="{AEEE8E7C-BE45-46C9-98A5-772D3647EFD6}" dt="2026-01-24T14:59:01.327" v="766" actId="26606"/>
          <ac:spMkLst>
            <pc:docMk/>
            <pc:sldMk cId="3143092720" sldId="280"/>
            <ac:spMk id="3" creationId="{0EA5B2D5-04C6-E5A1-72DF-3C2F6683E436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3143092720" sldId="280"/>
            <ac:spMk id="4" creationId="{EDB465EC-E9A7-154B-9492-B0B2C8364497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3143092720" sldId="280"/>
            <ac:spMk id="5" creationId="{E6707624-268D-86F1-AE4B-962D708CC946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3143092720" sldId="280"/>
            <ac:spMk id="6" creationId="{C2545FE5-9A87-62DA-4C9A-43447A3A2FD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143092720" sldId="280"/>
            <ac:spMk id="12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143092720" sldId="280"/>
            <ac:spMk id="14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143092720" sldId="280"/>
            <ac:spMk id="16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3143092720" sldId="280"/>
            <ac:spMk id="18" creationId="{10B541F0-7F6E-402E-84D8-CF96EACA5FBC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24:48.648" v="862" actId="26606"/>
          <ac:graphicFrameMkLst>
            <pc:docMk/>
            <pc:sldMk cId="3143092720" sldId="280"/>
            <ac:graphicFrameMk id="8" creationId="{C5652F23-19A1-4EB6-6AD9-44A34AC6817B}"/>
          </ac:graphicFrameMkLst>
        </pc:graphicFrameChg>
      </pc:sldChg>
      <pc:sldChg chg="addSp delSp modSp new mod setBg setClrOvrMap delDesignElem">
        <pc:chgData name="Ghorbani, Payman" userId="a45f9958-c696-4e23-ba70-fcf5e7b5c74e" providerId="ADAL" clId="{AEEE8E7C-BE45-46C9-98A5-772D3647EFD6}" dt="2026-01-24T15:43:47.697" v="911" actId="26606"/>
        <pc:sldMkLst>
          <pc:docMk/>
          <pc:sldMk cId="1893811580" sldId="281"/>
        </pc:sldMkLst>
        <pc:spChg chg="mod">
          <ac:chgData name="Ghorbani, Payman" userId="a45f9958-c696-4e23-ba70-fcf5e7b5c74e" providerId="ADAL" clId="{AEEE8E7C-BE45-46C9-98A5-772D3647EFD6}" dt="2026-01-24T15:27:09.459" v="878" actId="26606"/>
          <ac:spMkLst>
            <pc:docMk/>
            <pc:sldMk cId="1893811580" sldId="281"/>
            <ac:spMk id="2" creationId="{697462D4-E6A2-66DA-4849-4AA30CA0076E}"/>
          </ac:spMkLst>
        </pc:spChg>
        <pc:spChg chg="del mod">
          <ac:chgData name="Ghorbani, Payman" userId="a45f9958-c696-4e23-ba70-fcf5e7b5c74e" providerId="ADAL" clId="{AEEE8E7C-BE45-46C9-98A5-772D3647EFD6}" dt="2026-01-24T15:04:34.739" v="809" actId="26606"/>
          <ac:spMkLst>
            <pc:docMk/>
            <pc:sldMk cId="1893811580" sldId="281"/>
            <ac:spMk id="3" creationId="{C833C24A-29F1-6672-F36B-4CFE3FE6741E}"/>
          </ac:spMkLst>
        </pc:spChg>
        <pc:spChg chg="mod ord">
          <ac:chgData name="Ghorbani, Payman" userId="a45f9958-c696-4e23-ba70-fcf5e7b5c74e" providerId="ADAL" clId="{AEEE8E7C-BE45-46C9-98A5-772D3647EFD6}" dt="2026-01-24T15:43:47.697" v="911" actId="26606"/>
          <ac:spMkLst>
            <pc:docMk/>
            <pc:sldMk cId="1893811580" sldId="281"/>
            <ac:spMk id="4" creationId="{342EAFD7-45CE-02F1-7E29-B40098A56FA1}"/>
          </ac:spMkLst>
        </pc:spChg>
        <pc:spChg chg="mod ord">
          <ac:chgData name="Ghorbani, Payman" userId="a45f9958-c696-4e23-ba70-fcf5e7b5c74e" providerId="ADAL" clId="{AEEE8E7C-BE45-46C9-98A5-772D3647EFD6}" dt="2026-01-24T15:43:47.697" v="911" actId="26606"/>
          <ac:spMkLst>
            <pc:docMk/>
            <pc:sldMk cId="1893811580" sldId="281"/>
            <ac:spMk id="5" creationId="{61213EF4-100C-AEE6-72D4-1E688095DC06}"/>
          </ac:spMkLst>
        </pc:spChg>
        <pc:spChg chg="mod">
          <ac:chgData name="Ghorbani, Payman" userId="a45f9958-c696-4e23-ba70-fcf5e7b5c74e" providerId="ADAL" clId="{AEEE8E7C-BE45-46C9-98A5-772D3647EFD6}" dt="2026-01-24T15:43:47.697" v="911" actId="26606"/>
          <ac:spMkLst>
            <pc:docMk/>
            <pc:sldMk cId="1893811580" sldId="281"/>
            <ac:spMk id="6" creationId="{9D0696F8-18EF-3B1D-4D03-F918F95CF8EB}"/>
          </ac:spMkLst>
        </pc:spChg>
        <pc:spChg chg="add">
          <ac:chgData name="Ghorbani, Payman" userId="a45f9958-c696-4e23-ba70-fcf5e7b5c74e" providerId="ADAL" clId="{AEEE8E7C-BE45-46C9-98A5-772D3647EFD6}" dt="2026-01-24T15:43:47.697" v="911" actId="26606"/>
          <ac:spMkLst>
            <pc:docMk/>
            <pc:sldMk cId="1893811580" sldId="281"/>
            <ac:spMk id="10" creationId="{F747F1B4-B831-4277-8AB0-32767F7EB7BF}"/>
          </ac:spMkLst>
        </pc:spChg>
        <pc:spChg chg="add">
          <ac:chgData name="Ghorbani, Payman" userId="a45f9958-c696-4e23-ba70-fcf5e7b5c74e" providerId="ADAL" clId="{AEEE8E7C-BE45-46C9-98A5-772D3647EFD6}" dt="2026-01-24T15:43:47.697" v="911" actId="26606"/>
          <ac:spMkLst>
            <pc:docMk/>
            <pc:sldMk cId="1893811580" sldId="281"/>
            <ac:spMk id="11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1893811580" sldId="281"/>
            <ac:spMk id="12" creationId="{ABE6F9A3-300E-47F5-B41C-C8C5E758DE7C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1893811580" sldId="281"/>
            <ac:spMk id="13" creationId="{F747F1B4-B831-4277-8AB0-32767F7EB7BF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1893811580" sldId="281"/>
            <ac:spMk id="14" creationId="{61B4701B-39FE-43B8-86AA-D6B8789C2207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1893811580" sldId="281"/>
            <ac:spMk id="15" creationId="{D80CFA21-AB7C-4BEB-9BFF-05764FBBF3C6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1893811580" sldId="281"/>
            <ac:spMk id="16" creationId="{E9A7EF13-49FA-4355-971A-34B065F35022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1893811580" sldId="281"/>
            <ac:spMk id="17" creationId="{12F7E335-851A-4CAE-B09F-E657819D4600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1893811580" sldId="281"/>
            <ac:spMk id="18" creationId="{92CF3C3E-0F7B-4F0C-8EBD-BDD38E9C66F5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1893811580" sldId="281"/>
            <ac:spMk id="19" creationId="{10B541F0-7F6E-402E-84D8-CF96EACA5FBC}"/>
          </ac:spMkLst>
        </pc:spChg>
        <pc:spChg chg="add">
          <ac:chgData name="Ghorbani, Payman" userId="a45f9958-c696-4e23-ba70-fcf5e7b5c74e" providerId="ADAL" clId="{AEEE8E7C-BE45-46C9-98A5-772D3647EFD6}" dt="2026-01-24T15:43:47.697" v="911" actId="26606"/>
          <ac:spMkLst>
            <pc:docMk/>
            <pc:sldMk cId="1893811580" sldId="281"/>
            <ac:spMk id="20" creationId="{12F7E335-851A-4CAE-B09F-E657819D4600}"/>
          </ac:spMkLst>
        </pc:spChg>
        <pc:spChg chg="add">
          <ac:chgData name="Ghorbani, Payman" userId="a45f9958-c696-4e23-ba70-fcf5e7b5c74e" providerId="ADAL" clId="{AEEE8E7C-BE45-46C9-98A5-772D3647EFD6}" dt="2026-01-24T15:43:47.697" v="911" actId="26606"/>
          <ac:spMkLst>
            <pc:docMk/>
            <pc:sldMk cId="1893811580" sldId="281"/>
            <ac:spMk id="21" creationId="{10B541F0-7F6E-402E-84D8-CF96EACA5FBC}"/>
          </ac:spMkLst>
        </pc:spChg>
        <pc:graphicFrameChg chg="add mod ord modGraphic">
          <ac:chgData name="Ghorbani, Payman" userId="a45f9958-c696-4e23-ba70-fcf5e7b5c74e" providerId="ADAL" clId="{AEEE8E7C-BE45-46C9-98A5-772D3647EFD6}" dt="2026-01-24T15:43:47.697" v="911" actId="26606"/>
          <ac:graphicFrameMkLst>
            <pc:docMk/>
            <pc:sldMk cId="1893811580" sldId="281"/>
            <ac:graphicFrameMk id="8" creationId="{99E90DA5-58A9-5DB9-BB93-FCB41B53F786}"/>
          </ac:graphicFrameMkLst>
        </pc:graphicFrameChg>
      </pc:sldChg>
      <pc:sldChg chg="addSp delSp modSp new mod setBg delDesignElem">
        <pc:chgData name="Ghorbani, Payman" userId="a45f9958-c696-4e23-ba70-fcf5e7b5c74e" providerId="ADAL" clId="{AEEE8E7C-BE45-46C9-98A5-772D3647EFD6}" dt="2026-01-24T15:40:50.469" v="905"/>
        <pc:sldMkLst>
          <pc:docMk/>
          <pc:sldMk cId="729422002" sldId="282"/>
        </pc:sldMkLst>
        <pc:spChg chg="mod">
          <ac:chgData name="Ghorbani, Payman" userId="a45f9958-c696-4e23-ba70-fcf5e7b5c74e" providerId="ADAL" clId="{AEEE8E7C-BE45-46C9-98A5-772D3647EFD6}" dt="2026-01-24T15:26:56.181" v="877" actId="26606"/>
          <ac:spMkLst>
            <pc:docMk/>
            <pc:sldMk cId="729422002" sldId="282"/>
            <ac:spMk id="2" creationId="{51A7E77D-70F4-6501-4F18-89C50EF58EEE}"/>
          </ac:spMkLst>
        </pc:spChg>
        <pc:spChg chg="mod">
          <ac:chgData name="Ghorbani, Payman" userId="a45f9958-c696-4e23-ba70-fcf5e7b5c74e" providerId="ADAL" clId="{AEEE8E7C-BE45-46C9-98A5-772D3647EFD6}" dt="2026-01-24T15:26:56.181" v="877" actId="26606"/>
          <ac:spMkLst>
            <pc:docMk/>
            <pc:sldMk cId="729422002" sldId="282"/>
            <ac:spMk id="3" creationId="{2676D562-6852-82F3-9D7A-7E77868DAFC3}"/>
          </ac:spMkLst>
        </pc:spChg>
        <pc:spChg chg="mod ord">
          <ac:chgData name="Ghorbani, Payman" userId="a45f9958-c696-4e23-ba70-fcf5e7b5c74e" providerId="ADAL" clId="{AEEE8E7C-BE45-46C9-98A5-772D3647EFD6}" dt="2026-01-24T15:26:56.181" v="877" actId="26606"/>
          <ac:spMkLst>
            <pc:docMk/>
            <pc:sldMk cId="729422002" sldId="282"/>
            <ac:spMk id="4" creationId="{72E001BB-C411-F76D-218E-5AF604837A1A}"/>
          </ac:spMkLst>
        </pc:spChg>
        <pc:spChg chg="mod">
          <ac:chgData name="Ghorbani, Payman" userId="a45f9958-c696-4e23-ba70-fcf5e7b5c74e" providerId="ADAL" clId="{AEEE8E7C-BE45-46C9-98A5-772D3647EFD6}" dt="2026-01-24T14:58:02.514" v="759" actId="26606"/>
          <ac:spMkLst>
            <pc:docMk/>
            <pc:sldMk cId="729422002" sldId="282"/>
            <ac:spMk id="5" creationId="{6D853BB5-5B71-CCE4-40A3-EBB784F9DD3C}"/>
          </ac:spMkLst>
        </pc:spChg>
        <pc:spChg chg="mod ord">
          <ac:chgData name="Ghorbani, Payman" userId="a45f9958-c696-4e23-ba70-fcf5e7b5c74e" providerId="ADAL" clId="{AEEE8E7C-BE45-46C9-98A5-772D3647EFD6}" dt="2026-01-24T15:40:50.469" v="905"/>
          <ac:spMkLst>
            <pc:docMk/>
            <pc:sldMk cId="729422002" sldId="282"/>
            <ac:spMk id="6" creationId="{1BA1EFFF-FB40-AE83-916E-B774A36BCCCA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729422002" sldId="282"/>
            <ac:spMk id="12" creationId="{B52D69C2-6C47-427C-AE60-582FE30B22A7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729422002" sldId="282"/>
            <ac:spMk id="13" creationId="{E849FE61-12C4-4A06-A722-B545DE0C8A24}"/>
          </ac:spMkLst>
        </pc:spChg>
        <pc:spChg chg="add del">
          <ac:chgData name="Ghorbani, Payman" userId="a45f9958-c696-4e23-ba70-fcf5e7b5c74e" providerId="ADAL" clId="{AEEE8E7C-BE45-46C9-98A5-772D3647EFD6}" dt="2026-01-24T15:05:00.517" v="819"/>
          <ac:spMkLst>
            <pc:docMk/>
            <pc:sldMk cId="729422002" sldId="282"/>
            <ac:spMk id="14" creationId="{7FB12D8C-572F-4417-9FE1-D691A132F69F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729422002" sldId="282"/>
            <ac:spMk id="15" creationId="{7DAA46B9-B7E8-4487-B28E-C63A6EB7AA27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729422002" sldId="282"/>
            <ac:spMk id="16" creationId="{7DAA46B9-B7E8-4487-B28E-C63A6EB7AA27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729422002" sldId="282"/>
            <ac:spMk id="17" creationId="{C866818C-1E5F-475A-B310-3C06B555FB69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729422002" sldId="282"/>
            <ac:spMk id="18" creationId="{C866818C-1E5F-475A-B310-3C06B555FB69}"/>
          </ac:spMkLst>
        </pc:spChg>
        <pc:spChg chg="add del">
          <ac:chgData name="Ghorbani, Payman" userId="a45f9958-c696-4e23-ba70-fcf5e7b5c74e" providerId="ADAL" clId="{AEEE8E7C-BE45-46C9-98A5-772D3647EFD6}" dt="2026-01-24T15:03:20.859" v="803"/>
          <ac:spMkLst>
            <pc:docMk/>
            <pc:sldMk cId="729422002" sldId="282"/>
            <ac:spMk id="19" creationId="{D12AFDE8-E1ED-4A49-B8B3-4953F4B8ACB9}"/>
          </ac:spMkLst>
        </pc:spChg>
        <pc:spChg chg="add del">
          <ac:chgData name="Ghorbani, Payman" userId="a45f9958-c696-4e23-ba70-fcf5e7b5c74e" providerId="ADAL" clId="{AEEE8E7C-BE45-46C9-98A5-772D3647EFD6}" dt="2026-01-24T15:40:46.559" v="904"/>
          <ac:spMkLst>
            <pc:docMk/>
            <pc:sldMk cId="729422002" sldId="282"/>
            <ac:spMk id="20" creationId="{D12AFDE8-E1ED-4A49-B8B3-4953F4B8ACB9}"/>
          </ac:spMkLst>
        </pc:spChg>
        <pc:picChg chg="add mod ord">
          <ac:chgData name="Ghorbani, Payman" userId="a45f9958-c696-4e23-ba70-fcf5e7b5c74e" providerId="ADAL" clId="{AEEE8E7C-BE45-46C9-98A5-772D3647EFD6}" dt="2026-01-24T15:26:56.181" v="877" actId="26606"/>
          <ac:picMkLst>
            <pc:docMk/>
            <pc:sldMk cId="729422002" sldId="282"/>
            <ac:picMk id="8" creationId="{D2E5F220-8513-4E94-3356-2E075EA0A7D1}"/>
          </ac:picMkLst>
        </pc:picChg>
        <pc:picChg chg="add mod">
          <ac:chgData name="Ghorbani, Payman" userId="a45f9958-c696-4e23-ba70-fcf5e7b5c74e" providerId="ADAL" clId="{AEEE8E7C-BE45-46C9-98A5-772D3647EFD6}" dt="2026-01-24T15:26:56.181" v="877" actId="26606"/>
          <ac:picMkLst>
            <pc:docMk/>
            <pc:sldMk cId="729422002" sldId="282"/>
            <ac:picMk id="10" creationId="{5A58C5EA-D510-99AA-2AF0-36428F94F320}"/>
          </ac:picMkLst>
        </pc:picChg>
      </pc:sldChg>
      <pc:sldChg chg="modSp new del mod">
        <pc:chgData name="Ghorbani, Payman" userId="a45f9958-c696-4e23-ba70-fcf5e7b5c74e" providerId="ADAL" clId="{AEEE8E7C-BE45-46C9-98A5-772D3647EFD6}" dt="2026-01-24T15:47:11.436" v="919" actId="2696"/>
        <pc:sldMkLst>
          <pc:docMk/>
          <pc:sldMk cId="2584427393" sldId="283"/>
        </pc:sldMkLst>
        <pc:spChg chg="mod">
          <ac:chgData name="Ghorbani, Payman" userId="a45f9958-c696-4e23-ba70-fcf5e7b5c74e" providerId="ADAL" clId="{AEEE8E7C-BE45-46C9-98A5-772D3647EFD6}" dt="2026-01-24T15:43:05.523" v="910" actId="20577"/>
          <ac:spMkLst>
            <pc:docMk/>
            <pc:sldMk cId="2584427393" sldId="283"/>
            <ac:spMk id="2" creationId="{1DF9CD93-C72E-71F0-33A2-C9CE362428DE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hyperlink" Target="https://github.com/pg25304/ecommerce-capstone-project/tree/master" TargetMode="Externa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g25304/ecommerce-capstone-project/tree/master" TargetMode="External"/><Relationship Id="rId7" Type="http://schemas.openxmlformats.org/officeDocument/2006/relationships/image" Target="../media/image12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BE6CF4-FD71-4406-B620-CD68F9D34C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1AC098-5DCA-4D7D-9527-61CB3413B2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GitHub link: </a:t>
          </a:r>
          <a:r>
            <a:rPr lang="en-US">
              <a:hlinkClick xmlns:r="http://schemas.openxmlformats.org/officeDocument/2006/relationships" r:id="rId1"/>
            </a:rPr>
            <a:t>https://github.com/pg25304/ecommerce-capstone-project/tree/master</a:t>
          </a:r>
          <a:r>
            <a:rPr lang="en-US"/>
            <a:t> </a:t>
          </a:r>
        </a:p>
      </dgm:t>
    </dgm:pt>
    <dgm:pt modelId="{3B1320DB-254E-4BAD-8E9A-3BEA6D8DE0B5}" type="parTrans" cxnId="{90034A4F-297D-4A1D-80F6-B69A35973D0D}">
      <dgm:prSet/>
      <dgm:spPr/>
      <dgm:t>
        <a:bodyPr/>
        <a:lstStyle/>
        <a:p>
          <a:endParaRPr lang="en-US"/>
        </a:p>
      </dgm:t>
    </dgm:pt>
    <dgm:pt modelId="{393B0B3E-29C4-4F17-B788-8755170E33DB}" type="sibTrans" cxnId="{90034A4F-297D-4A1D-80F6-B69A35973D0D}">
      <dgm:prSet/>
      <dgm:spPr/>
      <dgm:t>
        <a:bodyPr/>
        <a:lstStyle/>
        <a:p>
          <a:endParaRPr lang="en-US"/>
        </a:p>
      </dgm:t>
    </dgm:pt>
    <dgm:pt modelId="{75DAFF32-F56B-4EF4-B5AA-65A648991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Scope:</a:t>
          </a:r>
          <a:br>
            <a:rPr lang="en-US"/>
          </a:br>
          <a:r>
            <a:rPr lang="en-US"/>
            <a:t>Development of a scalable and secure e-commerce application.</a:t>
          </a:r>
        </a:p>
      </dgm:t>
    </dgm:pt>
    <dgm:pt modelId="{D10226D3-106F-4555-8655-759085F16B5E}" type="parTrans" cxnId="{9EF07B00-E7EF-4152-A50F-DF2904B4578C}">
      <dgm:prSet/>
      <dgm:spPr/>
      <dgm:t>
        <a:bodyPr/>
        <a:lstStyle/>
        <a:p>
          <a:endParaRPr lang="en-US"/>
        </a:p>
      </dgm:t>
    </dgm:pt>
    <dgm:pt modelId="{ED41813E-D8D8-4E82-A865-FF72C72F9678}" type="sibTrans" cxnId="{9EF07B00-E7EF-4152-A50F-DF2904B4578C}">
      <dgm:prSet/>
      <dgm:spPr/>
      <dgm:t>
        <a:bodyPr/>
        <a:lstStyle/>
        <a:p>
          <a:endParaRPr lang="en-US"/>
        </a:p>
      </dgm:t>
    </dgm:pt>
    <dgm:pt modelId="{C6B4DA32-B0CE-458C-9BB3-D1EE057BAE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Purpose:</a:t>
          </a:r>
          <a:br>
            <a:rPr lang="en-US"/>
          </a:br>
          <a:r>
            <a:rPr lang="en-US"/>
            <a:t>Address challenges in user management, order processing, and inventory management through modular design and secure coding principles.</a:t>
          </a:r>
        </a:p>
      </dgm:t>
    </dgm:pt>
    <dgm:pt modelId="{5D4F6CE8-B9C9-47F3-8B87-153392B241E1}" type="parTrans" cxnId="{A2009701-565C-496D-821E-F95CBE2D7137}">
      <dgm:prSet/>
      <dgm:spPr/>
      <dgm:t>
        <a:bodyPr/>
        <a:lstStyle/>
        <a:p>
          <a:endParaRPr lang="en-US"/>
        </a:p>
      </dgm:t>
    </dgm:pt>
    <dgm:pt modelId="{DCA89919-8E0A-4480-A3E6-2611E715E6A1}" type="sibTrans" cxnId="{A2009701-565C-496D-821E-F95CBE2D7137}">
      <dgm:prSet/>
      <dgm:spPr/>
      <dgm:t>
        <a:bodyPr/>
        <a:lstStyle/>
        <a:p>
          <a:endParaRPr lang="en-US"/>
        </a:p>
      </dgm:t>
    </dgm:pt>
    <dgm:pt modelId="{1F0A1E1C-E937-4627-80FF-524826A7E1E3}" type="pres">
      <dgm:prSet presAssocID="{14BE6CF4-FD71-4406-B620-CD68F9D34C9E}" presName="root" presStyleCnt="0">
        <dgm:presLayoutVars>
          <dgm:dir/>
          <dgm:resizeHandles val="exact"/>
        </dgm:presLayoutVars>
      </dgm:prSet>
      <dgm:spPr/>
    </dgm:pt>
    <dgm:pt modelId="{AE1F7D45-0417-4781-90DD-B072640088A9}" type="pres">
      <dgm:prSet presAssocID="{E11AC098-5DCA-4D7D-9527-61CB3413B2A5}" presName="compNode" presStyleCnt="0"/>
      <dgm:spPr/>
    </dgm:pt>
    <dgm:pt modelId="{D8584BE8-9B22-4298-9858-0FB39309A6EF}" type="pres">
      <dgm:prSet presAssocID="{E11AC098-5DCA-4D7D-9527-61CB3413B2A5}" presName="bgRect" presStyleLbl="bgShp" presStyleIdx="0" presStyleCnt="3"/>
      <dgm:spPr/>
    </dgm:pt>
    <dgm:pt modelId="{7F030D3D-F8EB-4959-9099-80E87A2665D8}" type="pres">
      <dgm:prSet presAssocID="{E11AC098-5DCA-4D7D-9527-61CB3413B2A5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D1A49480-4847-4CA4-BB75-3AFBB02E4F3E}" type="pres">
      <dgm:prSet presAssocID="{E11AC098-5DCA-4D7D-9527-61CB3413B2A5}" presName="spaceRect" presStyleCnt="0"/>
      <dgm:spPr/>
    </dgm:pt>
    <dgm:pt modelId="{D1A1182C-9C3B-41CF-BCEB-25E2A94EC5F8}" type="pres">
      <dgm:prSet presAssocID="{E11AC098-5DCA-4D7D-9527-61CB3413B2A5}" presName="parTx" presStyleLbl="revTx" presStyleIdx="0" presStyleCnt="3">
        <dgm:presLayoutVars>
          <dgm:chMax val="0"/>
          <dgm:chPref val="0"/>
        </dgm:presLayoutVars>
      </dgm:prSet>
      <dgm:spPr/>
    </dgm:pt>
    <dgm:pt modelId="{B408712E-3ACC-4EB2-AFB4-803C62F50403}" type="pres">
      <dgm:prSet presAssocID="{393B0B3E-29C4-4F17-B788-8755170E33DB}" presName="sibTrans" presStyleCnt="0"/>
      <dgm:spPr/>
    </dgm:pt>
    <dgm:pt modelId="{04851430-7A28-4BE4-8594-6775E90920EB}" type="pres">
      <dgm:prSet presAssocID="{75DAFF32-F56B-4EF4-B5AA-65A648991862}" presName="compNode" presStyleCnt="0"/>
      <dgm:spPr/>
    </dgm:pt>
    <dgm:pt modelId="{7A323C92-26D6-4B28-B115-BC42EE1796F6}" type="pres">
      <dgm:prSet presAssocID="{75DAFF32-F56B-4EF4-B5AA-65A648991862}" presName="bgRect" presStyleLbl="bgShp" presStyleIdx="1" presStyleCnt="3"/>
      <dgm:spPr/>
    </dgm:pt>
    <dgm:pt modelId="{312130CF-077C-40C8-90EC-1C8D2F5B5933}" type="pres">
      <dgm:prSet presAssocID="{75DAFF32-F56B-4EF4-B5AA-65A648991862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3674A66-2D72-4A25-9963-78B846824CDD}" type="pres">
      <dgm:prSet presAssocID="{75DAFF32-F56B-4EF4-B5AA-65A648991862}" presName="spaceRect" presStyleCnt="0"/>
      <dgm:spPr/>
    </dgm:pt>
    <dgm:pt modelId="{AE81FE03-6828-4EF7-BC29-E11B99CD06E9}" type="pres">
      <dgm:prSet presAssocID="{75DAFF32-F56B-4EF4-B5AA-65A648991862}" presName="parTx" presStyleLbl="revTx" presStyleIdx="1" presStyleCnt="3">
        <dgm:presLayoutVars>
          <dgm:chMax val="0"/>
          <dgm:chPref val="0"/>
        </dgm:presLayoutVars>
      </dgm:prSet>
      <dgm:spPr/>
    </dgm:pt>
    <dgm:pt modelId="{1C1E4E81-90B8-4521-9FAA-99786936A904}" type="pres">
      <dgm:prSet presAssocID="{ED41813E-D8D8-4E82-A865-FF72C72F9678}" presName="sibTrans" presStyleCnt="0"/>
      <dgm:spPr/>
    </dgm:pt>
    <dgm:pt modelId="{AAF42F78-32DC-43F9-A637-E6C84E210B8A}" type="pres">
      <dgm:prSet presAssocID="{C6B4DA32-B0CE-458C-9BB3-D1EE057BAE6F}" presName="compNode" presStyleCnt="0"/>
      <dgm:spPr/>
    </dgm:pt>
    <dgm:pt modelId="{8478E0C5-2112-430E-8D9C-447FAAA984DF}" type="pres">
      <dgm:prSet presAssocID="{C6B4DA32-B0CE-458C-9BB3-D1EE057BAE6F}" presName="bgRect" presStyleLbl="bgShp" presStyleIdx="2" presStyleCnt="3"/>
      <dgm:spPr/>
    </dgm:pt>
    <dgm:pt modelId="{CAF15A27-405D-4199-919F-39B10949FB89}" type="pres">
      <dgm:prSet presAssocID="{C6B4DA32-B0CE-458C-9BB3-D1EE057BAE6F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271A9CD-E63A-415B-B69D-37644A59A13B}" type="pres">
      <dgm:prSet presAssocID="{C6B4DA32-B0CE-458C-9BB3-D1EE057BAE6F}" presName="spaceRect" presStyleCnt="0"/>
      <dgm:spPr/>
    </dgm:pt>
    <dgm:pt modelId="{B9C6DA0D-6C65-4514-A1D9-CB5E11725AF9}" type="pres">
      <dgm:prSet presAssocID="{C6B4DA32-B0CE-458C-9BB3-D1EE057BAE6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EF07B00-E7EF-4152-A50F-DF2904B4578C}" srcId="{14BE6CF4-FD71-4406-B620-CD68F9D34C9E}" destId="{75DAFF32-F56B-4EF4-B5AA-65A648991862}" srcOrd="1" destOrd="0" parTransId="{D10226D3-106F-4555-8655-759085F16B5E}" sibTransId="{ED41813E-D8D8-4E82-A865-FF72C72F9678}"/>
    <dgm:cxn modelId="{A2009701-565C-496D-821E-F95CBE2D7137}" srcId="{14BE6CF4-FD71-4406-B620-CD68F9D34C9E}" destId="{C6B4DA32-B0CE-458C-9BB3-D1EE057BAE6F}" srcOrd="2" destOrd="0" parTransId="{5D4F6CE8-B9C9-47F3-8B87-153392B241E1}" sibTransId="{DCA89919-8E0A-4480-A3E6-2611E715E6A1}"/>
    <dgm:cxn modelId="{79CC3913-3691-412E-9C4D-CC33EF29A771}" type="presOf" srcId="{C6B4DA32-B0CE-458C-9BB3-D1EE057BAE6F}" destId="{B9C6DA0D-6C65-4514-A1D9-CB5E11725AF9}" srcOrd="0" destOrd="0" presId="urn:microsoft.com/office/officeart/2018/2/layout/IconVerticalSolidList"/>
    <dgm:cxn modelId="{83089C2A-8B08-4022-BC03-0A738B8349D9}" type="presOf" srcId="{75DAFF32-F56B-4EF4-B5AA-65A648991862}" destId="{AE81FE03-6828-4EF7-BC29-E11B99CD06E9}" srcOrd="0" destOrd="0" presId="urn:microsoft.com/office/officeart/2018/2/layout/IconVerticalSolidList"/>
    <dgm:cxn modelId="{10E92042-504B-44D1-B10C-D847D39301D4}" type="presOf" srcId="{14BE6CF4-FD71-4406-B620-CD68F9D34C9E}" destId="{1F0A1E1C-E937-4627-80FF-524826A7E1E3}" srcOrd="0" destOrd="0" presId="urn:microsoft.com/office/officeart/2018/2/layout/IconVerticalSolidList"/>
    <dgm:cxn modelId="{90034A4F-297D-4A1D-80F6-B69A35973D0D}" srcId="{14BE6CF4-FD71-4406-B620-CD68F9D34C9E}" destId="{E11AC098-5DCA-4D7D-9527-61CB3413B2A5}" srcOrd="0" destOrd="0" parTransId="{3B1320DB-254E-4BAD-8E9A-3BEA6D8DE0B5}" sibTransId="{393B0B3E-29C4-4F17-B788-8755170E33DB}"/>
    <dgm:cxn modelId="{6E5B848D-99FB-45D2-972C-98D008664343}" type="presOf" srcId="{E11AC098-5DCA-4D7D-9527-61CB3413B2A5}" destId="{D1A1182C-9C3B-41CF-BCEB-25E2A94EC5F8}" srcOrd="0" destOrd="0" presId="urn:microsoft.com/office/officeart/2018/2/layout/IconVerticalSolidList"/>
    <dgm:cxn modelId="{8145BCD8-4CD9-4E2F-96F2-D180963521C7}" type="presParOf" srcId="{1F0A1E1C-E937-4627-80FF-524826A7E1E3}" destId="{AE1F7D45-0417-4781-90DD-B072640088A9}" srcOrd="0" destOrd="0" presId="urn:microsoft.com/office/officeart/2018/2/layout/IconVerticalSolidList"/>
    <dgm:cxn modelId="{F1EF6C76-2301-4D92-B42A-D43890D9A206}" type="presParOf" srcId="{AE1F7D45-0417-4781-90DD-B072640088A9}" destId="{D8584BE8-9B22-4298-9858-0FB39309A6EF}" srcOrd="0" destOrd="0" presId="urn:microsoft.com/office/officeart/2018/2/layout/IconVerticalSolidList"/>
    <dgm:cxn modelId="{F76E4CB5-A9B3-4582-8EA8-5FE168A3EF65}" type="presParOf" srcId="{AE1F7D45-0417-4781-90DD-B072640088A9}" destId="{7F030D3D-F8EB-4959-9099-80E87A2665D8}" srcOrd="1" destOrd="0" presId="urn:microsoft.com/office/officeart/2018/2/layout/IconVerticalSolidList"/>
    <dgm:cxn modelId="{9504E042-E6A4-46AD-8817-79292649A309}" type="presParOf" srcId="{AE1F7D45-0417-4781-90DD-B072640088A9}" destId="{D1A49480-4847-4CA4-BB75-3AFBB02E4F3E}" srcOrd="2" destOrd="0" presId="urn:microsoft.com/office/officeart/2018/2/layout/IconVerticalSolidList"/>
    <dgm:cxn modelId="{F39AF8E0-0550-480D-999B-295FFDC9D4AA}" type="presParOf" srcId="{AE1F7D45-0417-4781-90DD-B072640088A9}" destId="{D1A1182C-9C3B-41CF-BCEB-25E2A94EC5F8}" srcOrd="3" destOrd="0" presId="urn:microsoft.com/office/officeart/2018/2/layout/IconVerticalSolidList"/>
    <dgm:cxn modelId="{F24009E1-6277-43D5-A66E-F023D0B2BD92}" type="presParOf" srcId="{1F0A1E1C-E937-4627-80FF-524826A7E1E3}" destId="{B408712E-3ACC-4EB2-AFB4-803C62F50403}" srcOrd="1" destOrd="0" presId="urn:microsoft.com/office/officeart/2018/2/layout/IconVerticalSolidList"/>
    <dgm:cxn modelId="{9B280815-51A8-454D-A9AA-7E02DF679D5E}" type="presParOf" srcId="{1F0A1E1C-E937-4627-80FF-524826A7E1E3}" destId="{04851430-7A28-4BE4-8594-6775E90920EB}" srcOrd="2" destOrd="0" presId="urn:microsoft.com/office/officeart/2018/2/layout/IconVerticalSolidList"/>
    <dgm:cxn modelId="{FACA9EDD-1BFB-46AD-9665-8344F904FDF4}" type="presParOf" srcId="{04851430-7A28-4BE4-8594-6775E90920EB}" destId="{7A323C92-26D6-4B28-B115-BC42EE1796F6}" srcOrd="0" destOrd="0" presId="urn:microsoft.com/office/officeart/2018/2/layout/IconVerticalSolidList"/>
    <dgm:cxn modelId="{A085F2E3-9A56-405E-8E91-8E149ADEC6AE}" type="presParOf" srcId="{04851430-7A28-4BE4-8594-6775E90920EB}" destId="{312130CF-077C-40C8-90EC-1C8D2F5B5933}" srcOrd="1" destOrd="0" presId="urn:microsoft.com/office/officeart/2018/2/layout/IconVerticalSolidList"/>
    <dgm:cxn modelId="{A4C84199-1262-4CE0-8745-3B4EAF3E06CA}" type="presParOf" srcId="{04851430-7A28-4BE4-8594-6775E90920EB}" destId="{43674A66-2D72-4A25-9963-78B846824CDD}" srcOrd="2" destOrd="0" presId="urn:microsoft.com/office/officeart/2018/2/layout/IconVerticalSolidList"/>
    <dgm:cxn modelId="{04AC8931-478F-4446-A8D2-5E736F1A4AA0}" type="presParOf" srcId="{04851430-7A28-4BE4-8594-6775E90920EB}" destId="{AE81FE03-6828-4EF7-BC29-E11B99CD06E9}" srcOrd="3" destOrd="0" presId="urn:microsoft.com/office/officeart/2018/2/layout/IconVerticalSolidList"/>
    <dgm:cxn modelId="{E892F1FE-3AFF-40B0-9619-19A507A8FF4C}" type="presParOf" srcId="{1F0A1E1C-E937-4627-80FF-524826A7E1E3}" destId="{1C1E4E81-90B8-4521-9FAA-99786936A904}" srcOrd="3" destOrd="0" presId="urn:microsoft.com/office/officeart/2018/2/layout/IconVerticalSolidList"/>
    <dgm:cxn modelId="{38ACC90F-72BB-4437-A0B6-F4A57B566325}" type="presParOf" srcId="{1F0A1E1C-E937-4627-80FF-524826A7E1E3}" destId="{AAF42F78-32DC-43F9-A637-E6C84E210B8A}" srcOrd="4" destOrd="0" presId="urn:microsoft.com/office/officeart/2018/2/layout/IconVerticalSolidList"/>
    <dgm:cxn modelId="{F02DCD21-387F-4132-9A47-32046F018E6D}" type="presParOf" srcId="{AAF42F78-32DC-43F9-A637-E6C84E210B8A}" destId="{8478E0C5-2112-430E-8D9C-447FAAA984DF}" srcOrd="0" destOrd="0" presId="urn:microsoft.com/office/officeart/2018/2/layout/IconVerticalSolidList"/>
    <dgm:cxn modelId="{D5C213F7-D09E-451A-92AD-77A860AC1949}" type="presParOf" srcId="{AAF42F78-32DC-43F9-A637-E6C84E210B8A}" destId="{CAF15A27-405D-4199-919F-39B10949FB89}" srcOrd="1" destOrd="0" presId="urn:microsoft.com/office/officeart/2018/2/layout/IconVerticalSolidList"/>
    <dgm:cxn modelId="{CD73DB46-AD8E-4D10-AD1D-C8F8FCE2A0CD}" type="presParOf" srcId="{AAF42F78-32DC-43F9-A637-E6C84E210B8A}" destId="{E271A9CD-E63A-415B-B69D-37644A59A13B}" srcOrd="2" destOrd="0" presId="urn:microsoft.com/office/officeart/2018/2/layout/IconVerticalSolidList"/>
    <dgm:cxn modelId="{67E9C549-14DF-4476-8F83-E1777B40E5E1}" type="presParOf" srcId="{AAF42F78-32DC-43F9-A637-E6C84E210B8A}" destId="{B9C6DA0D-6C65-4514-A1D9-CB5E11725A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647951-24E5-45D1-B81D-4C4250AA0D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6_2" csCatId="accent6" phldr="1"/>
      <dgm:spPr/>
      <dgm:t>
        <a:bodyPr/>
        <a:lstStyle/>
        <a:p>
          <a:endParaRPr lang="en-US"/>
        </a:p>
      </dgm:t>
    </dgm:pt>
    <dgm:pt modelId="{1D24610B-C32D-45E4-8027-9E818F3C3D1B}">
      <dgm:prSet/>
      <dgm:spPr/>
      <dgm:t>
        <a:bodyPr/>
        <a:lstStyle/>
        <a:p>
          <a:r>
            <a:rPr lang="en-US"/>
            <a:t>1. User Management: User registration and login with password security.  </a:t>
          </a:r>
        </a:p>
      </dgm:t>
    </dgm:pt>
    <dgm:pt modelId="{7C2B7041-10A5-4C07-8C0C-7B535BE77B1F}" type="parTrans" cxnId="{92235C09-8CE2-4DCC-9B58-BB73C8A3AEDA}">
      <dgm:prSet/>
      <dgm:spPr/>
      <dgm:t>
        <a:bodyPr/>
        <a:lstStyle/>
        <a:p>
          <a:endParaRPr lang="en-US"/>
        </a:p>
      </dgm:t>
    </dgm:pt>
    <dgm:pt modelId="{5D964A62-FC1E-4EAD-8B72-AB4E4D4533ED}" type="sibTrans" cxnId="{92235C09-8CE2-4DCC-9B58-BB73C8A3AEDA}">
      <dgm:prSet/>
      <dgm:spPr/>
      <dgm:t>
        <a:bodyPr/>
        <a:lstStyle/>
        <a:p>
          <a:endParaRPr lang="en-US"/>
        </a:p>
      </dgm:t>
    </dgm:pt>
    <dgm:pt modelId="{22FE6723-1B2F-4433-9AE8-ED65C4DB03B5}">
      <dgm:prSet/>
      <dgm:spPr/>
      <dgm:t>
        <a:bodyPr/>
        <a:lstStyle/>
        <a:p>
          <a:r>
            <a:rPr lang="en-US"/>
            <a:t>2. Product management: Add, view, and manage products.  </a:t>
          </a:r>
        </a:p>
      </dgm:t>
    </dgm:pt>
    <dgm:pt modelId="{F57ED4E4-5CCA-4438-AA5A-F053373EEF69}" type="parTrans" cxnId="{C11814F0-73DE-419F-8F6F-0A57866C7A78}">
      <dgm:prSet/>
      <dgm:spPr/>
      <dgm:t>
        <a:bodyPr/>
        <a:lstStyle/>
        <a:p>
          <a:endParaRPr lang="en-US"/>
        </a:p>
      </dgm:t>
    </dgm:pt>
    <dgm:pt modelId="{9294C1B0-B1A7-4149-9850-94AF38ED3DEA}" type="sibTrans" cxnId="{C11814F0-73DE-419F-8F6F-0A57866C7A78}">
      <dgm:prSet/>
      <dgm:spPr/>
      <dgm:t>
        <a:bodyPr/>
        <a:lstStyle/>
        <a:p>
          <a:endParaRPr lang="en-US"/>
        </a:p>
      </dgm:t>
    </dgm:pt>
    <dgm:pt modelId="{C6CDEB72-F74E-4E08-8179-726F0481EAF2}">
      <dgm:prSet/>
      <dgm:spPr/>
      <dgm:t>
        <a:bodyPr/>
        <a:lstStyle/>
        <a:p>
          <a:r>
            <a:rPr lang="en-US"/>
            <a:t>3. Order management: Place orders and track user order history.</a:t>
          </a:r>
        </a:p>
      </dgm:t>
    </dgm:pt>
    <dgm:pt modelId="{7CC9EDAE-E4F2-4450-B433-EF60BBBDFFE6}" type="parTrans" cxnId="{ADED8D11-E9D4-43D6-81F4-57939F55F1D9}">
      <dgm:prSet/>
      <dgm:spPr/>
      <dgm:t>
        <a:bodyPr/>
        <a:lstStyle/>
        <a:p>
          <a:endParaRPr lang="en-US"/>
        </a:p>
      </dgm:t>
    </dgm:pt>
    <dgm:pt modelId="{C1C4C521-3C79-443B-876E-9DCC709085DF}" type="sibTrans" cxnId="{ADED8D11-E9D4-43D6-81F4-57939F55F1D9}">
      <dgm:prSet/>
      <dgm:spPr/>
      <dgm:t>
        <a:bodyPr/>
        <a:lstStyle/>
        <a:p>
          <a:endParaRPr lang="en-US"/>
        </a:p>
      </dgm:t>
    </dgm:pt>
    <dgm:pt modelId="{0CFDE51A-9E7F-4424-BBBF-77522D70C805}" type="pres">
      <dgm:prSet presAssocID="{07647951-24E5-45D1-B81D-4C4250AA0D11}" presName="root" presStyleCnt="0">
        <dgm:presLayoutVars>
          <dgm:dir/>
          <dgm:resizeHandles val="exact"/>
        </dgm:presLayoutVars>
      </dgm:prSet>
      <dgm:spPr/>
    </dgm:pt>
    <dgm:pt modelId="{D9E3C401-C5CB-4B45-8FA5-EA4547CD26E4}" type="pres">
      <dgm:prSet presAssocID="{1D24610B-C32D-45E4-8027-9E818F3C3D1B}" presName="compNode" presStyleCnt="0"/>
      <dgm:spPr/>
    </dgm:pt>
    <dgm:pt modelId="{C9A57714-E7AA-4C85-AF32-74A563C74292}" type="pres">
      <dgm:prSet presAssocID="{1D24610B-C32D-45E4-8027-9E818F3C3D1B}" presName="bgRect" presStyleLbl="bgShp" presStyleIdx="0" presStyleCnt="3"/>
      <dgm:spPr/>
    </dgm:pt>
    <dgm:pt modelId="{78E068A7-5725-4708-8D25-783D62348A8D}" type="pres">
      <dgm:prSet presAssocID="{1D24610B-C32D-45E4-8027-9E818F3C3D1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8248837-8A81-4E47-AC7D-30851A46652E}" type="pres">
      <dgm:prSet presAssocID="{1D24610B-C32D-45E4-8027-9E818F3C3D1B}" presName="spaceRect" presStyleCnt="0"/>
      <dgm:spPr/>
    </dgm:pt>
    <dgm:pt modelId="{B383837A-6BF0-47B5-82FA-A3DAAED0D5F6}" type="pres">
      <dgm:prSet presAssocID="{1D24610B-C32D-45E4-8027-9E818F3C3D1B}" presName="parTx" presStyleLbl="revTx" presStyleIdx="0" presStyleCnt="3">
        <dgm:presLayoutVars>
          <dgm:chMax val="0"/>
          <dgm:chPref val="0"/>
        </dgm:presLayoutVars>
      </dgm:prSet>
      <dgm:spPr/>
    </dgm:pt>
    <dgm:pt modelId="{ED645EB9-E0D3-4C36-B79A-4506FBA06D85}" type="pres">
      <dgm:prSet presAssocID="{5D964A62-FC1E-4EAD-8B72-AB4E4D4533ED}" presName="sibTrans" presStyleCnt="0"/>
      <dgm:spPr/>
    </dgm:pt>
    <dgm:pt modelId="{9DBEA375-5E9B-4EC7-AC0F-0F9193C42097}" type="pres">
      <dgm:prSet presAssocID="{22FE6723-1B2F-4433-9AE8-ED65C4DB03B5}" presName="compNode" presStyleCnt="0"/>
      <dgm:spPr/>
    </dgm:pt>
    <dgm:pt modelId="{9D0928BD-26BF-4C26-9D2E-0275E51090A1}" type="pres">
      <dgm:prSet presAssocID="{22FE6723-1B2F-4433-9AE8-ED65C4DB03B5}" presName="bgRect" presStyleLbl="bgShp" presStyleIdx="1" presStyleCnt="3"/>
      <dgm:spPr/>
    </dgm:pt>
    <dgm:pt modelId="{D555E39D-A48A-42FD-8EE3-7ECCD3896A09}" type="pres">
      <dgm:prSet presAssocID="{22FE6723-1B2F-4433-9AE8-ED65C4DB03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FCD7914-1B8C-4723-9F16-93A160A559AE}" type="pres">
      <dgm:prSet presAssocID="{22FE6723-1B2F-4433-9AE8-ED65C4DB03B5}" presName="spaceRect" presStyleCnt="0"/>
      <dgm:spPr/>
    </dgm:pt>
    <dgm:pt modelId="{63F83469-74CB-49C1-89AF-6261007D586C}" type="pres">
      <dgm:prSet presAssocID="{22FE6723-1B2F-4433-9AE8-ED65C4DB03B5}" presName="parTx" presStyleLbl="revTx" presStyleIdx="1" presStyleCnt="3">
        <dgm:presLayoutVars>
          <dgm:chMax val="0"/>
          <dgm:chPref val="0"/>
        </dgm:presLayoutVars>
      </dgm:prSet>
      <dgm:spPr/>
    </dgm:pt>
    <dgm:pt modelId="{E46BBC20-6D2E-45D8-806E-542F1ECB2D54}" type="pres">
      <dgm:prSet presAssocID="{9294C1B0-B1A7-4149-9850-94AF38ED3DEA}" presName="sibTrans" presStyleCnt="0"/>
      <dgm:spPr/>
    </dgm:pt>
    <dgm:pt modelId="{DD2C7F88-8846-484C-A901-35CC3BABB74F}" type="pres">
      <dgm:prSet presAssocID="{C6CDEB72-F74E-4E08-8179-726F0481EAF2}" presName="compNode" presStyleCnt="0"/>
      <dgm:spPr/>
    </dgm:pt>
    <dgm:pt modelId="{A63F26BB-9A8A-447B-81E9-D8653391F3B0}" type="pres">
      <dgm:prSet presAssocID="{C6CDEB72-F74E-4E08-8179-726F0481EAF2}" presName="bgRect" presStyleLbl="bgShp" presStyleIdx="2" presStyleCnt="3"/>
      <dgm:spPr/>
    </dgm:pt>
    <dgm:pt modelId="{601BAF0D-8220-4CE1-A918-17D2681B30C6}" type="pres">
      <dgm:prSet presAssocID="{C6CDEB72-F74E-4E08-8179-726F0481EA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315324D-B640-4A1E-9C35-A582BF5B2D61}" type="pres">
      <dgm:prSet presAssocID="{C6CDEB72-F74E-4E08-8179-726F0481EAF2}" presName="spaceRect" presStyleCnt="0"/>
      <dgm:spPr/>
    </dgm:pt>
    <dgm:pt modelId="{6A342D68-DC53-4EAB-AD3D-320F3545EE3A}" type="pres">
      <dgm:prSet presAssocID="{C6CDEB72-F74E-4E08-8179-726F0481EAF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2235C09-8CE2-4DCC-9B58-BB73C8A3AEDA}" srcId="{07647951-24E5-45D1-B81D-4C4250AA0D11}" destId="{1D24610B-C32D-45E4-8027-9E818F3C3D1B}" srcOrd="0" destOrd="0" parTransId="{7C2B7041-10A5-4C07-8C0C-7B535BE77B1F}" sibTransId="{5D964A62-FC1E-4EAD-8B72-AB4E4D4533ED}"/>
    <dgm:cxn modelId="{ADED8D11-E9D4-43D6-81F4-57939F55F1D9}" srcId="{07647951-24E5-45D1-B81D-4C4250AA0D11}" destId="{C6CDEB72-F74E-4E08-8179-726F0481EAF2}" srcOrd="2" destOrd="0" parTransId="{7CC9EDAE-E4F2-4450-B433-EF60BBBDFFE6}" sibTransId="{C1C4C521-3C79-443B-876E-9DCC709085DF}"/>
    <dgm:cxn modelId="{C4775E15-FB08-4E9E-A6F0-07CDA9DAC138}" type="presOf" srcId="{C6CDEB72-F74E-4E08-8179-726F0481EAF2}" destId="{6A342D68-DC53-4EAB-AD3D-320F3545EE3A}" srcOrd="0" destOrd="0" presId="urn:microsoft.com/office/officeart/2018/2/layout/IconVerticalSolidList"/>
    <dgm:cxn modelId="{5E4D845D-A75F-4382-852E-02D39F957D0A}" type="presOf" srcId="{07647951-24E5-45D1-B81D-4C4250AA0D11}" destId="{0CFDE51A-9E7F-4424-BBBF-77522D70C805}" srcOrd="0" destOrd="0" presId="urn:microsoft.com/office/officeart/2018/2/layout/IconVerticalSolidList"/>
    <dgm:cxn modelId="{710F5555-CA7A-4B51-B5CC-6243874076C1}" type="presOf" srcId="{22FE6723-1B2F-4433-9AE8-ED65C4DB03B5}" destId="{63F83469-74CB-49C1-89AF-6261007D586C}" srcOrd="0" destOrd="0" presId="urn:microsoft.com/office/officeart/2018/2/layout/IconVerticalSolidList"/>
    <dgm:cxn modelId="{C11814F0-73DE-419F-8F6F-0A57866C7A78}" srcId="{07647951-24E5-45D1-B81D-4C4250AA0D11}" destId="{22FE6723-1B2F-4433-9AE8-ED65C4DB03B5}" srcOrd="1" destOrd="0" parTransId="{F57ED4E4-5CCA-4438-AA5A-F053373EEF69}" sibTransId="{9294C1B0-B1A7-4149-9850-94AF38ED3DEA}"/>
    <dgm:cxn modelId="{FBC5E0FD-2561-408C-8E55-E5A40DC4E48E}" type="presOf" srcId="{1D24610B-C32D-45E4-8027-9E818F3C3D1B}" destId="{B383837A-6BF0-47B5-82FA-A3DAAED0D5F6}" srcOrd="0" destOrd="0" presId="urn:microsoft.com/office/officeart/2018/2/layout/IconVerticalSolidList"/>
    <dgm:cxn modelId="{CE874FAD-EB90-434D-8A82-44E17D2EC161}" type="presParOf" srcId="{0CFDE51A-9E7F-4424-BBBF-77522D70C805}" destId="{D9E3C401-C5CB-4B45-8FA5-EA4547CD26E4}" srcOrd="0" destOrd="0" presId="urn:microsoft.com/office/officeart/2018/2/layout/IconVerticalSolidList"/>
    <dgm:cxn modelId="{7FB69164-DC73-4E4D-A9B7-22E5C0501E79}" type="presParOf" srcId="{D9E3C401-C5CB-4B45-8FA5-EA4547CD26E4}" destId="{C9A57714-E7AA-4C85-AF32-74A563C74292}" srcOrd="0" destOrd="0" presId="urn:microsoft.com/office/officeart/2018/2/layout/IconVerticalSolidList"/>
    <dgm:cxn modelId="{5AD4EA6D-5502-4176-9C10-42B85C45C060}" type="presParOf" srcId="{D9E3C401-C5CB-4B45-8FA5-EA4547CD26E4}" destId="{78E068A7-5725-4708-8D25-783D62348A8D}" srcOrd="1" destOrd="0" presId="urn:microsoft.com/office/officeart/2018/2/layout/IconVerticalSolidList"/>
    <dgm:cxn modelId="{945F29F7-5DEB-4AD8-98B9-7309BE28E3A0}" type="presParOf" srcId="{D9E3C401-C5CB-4B45-8FA5-EA4547CD26E4}" destId="{B8248837-8A81-4E47-AC7D-30851A46652E}" srcOrd="2" destOrd="0" presId="urn:microsoft.com/office/officeart/2018/2/layout/IconVerticalSolidList"/>
    <dgm:cxn modelId="{0CEE7751-B96E-4722-B020-35D223765BDE}" type="presParOf" srcId="{D9E3C401-C5CB-4B45-8FA5-EA4547CD26E4}" destId="{B383837A-6BF0-47B5-82FA-A3DAAED0D5F6}" srcOrd="3" destOrd="0" presId="urn:microsoft.com/office/officeart/2018/2/layout/IconVerticalSolidList"/>
    <dgm:cxn modelId="{3AFA7C70-B1E2-44FB-93B5-52CECBF665EA}" type="presParOf" srcId="{0CFDE51A-9E7F-4424-BBBF-77522D70C805}" destId="{ED645EB9-E0D3-4C36-B79A-4506FBA06D85}" srcOrd="1" destOrd="0" presId="urn:microsoft.com/office/officeart/2018/2/layout/IconVerticalSolidList"/>
    <dgm:cxn modelId="{866A606A-1AB2-47E0-8E2A-C50FD89CD39A}" type="presParOf" srcId="{0CFDE51A-9E7F-4424-BBBF-77522D70C805}" destId="{9DBEA375-5E9B-4EC7-AC0F-0F9193C42097}" srcOrd="2" destOrd="0" presId="urn:microsoft.com/office/officeart/2018/2/layout/IconVerticalSolidList"/>
    <dgm:cxn modelId="{1EEED7EB-37CE-43B6-8EC8-2C4C355C1A7E}" type="presParOf" srcId="{9DBEA375-5E9B-4EC7-AC0F-0F9193C42097}" destId="{9D0928BD-26BF-4C26-9D2E-0275E51090A1}" srcOrd="0" destOrd="0" presId="urn:microsoft.com/office/officeart/2018/2/layout/IconVerticalSolidList"/>
    <dgm:cxn modelId="{6795C94B-3DB4-4C59-BD9C-D9AEE31D6DA7}" type="presParOf" srcId="{9DBEA375-5E9B-4EC7-AC0F-0F9193C42097}" destId="{D555E39D-A48A-42FD-8EE3-7ECCD3896A09}" srcOrd="1" destOrd="0" presId="urn:microsoft.com/office/officeart/2018/2/layout/IconVerticalSolidList"/>
    <dgm:cxn modelId="{26A31626-27D2-4158-92E7-45DC0CFFAAC5}" type="presParOf" srcId="{9DBEA375-5E9B-4EC7-AC0F-0F9193C42097}" destId="{EFCD7914-1B8C-4723-9F16-93A160A559AE}" srcOrd="2" destOrd="0" presId="urn:microsoft.com/office/officeart/2018/2/layout/IconVerticalSolidList"/>
    <dgm:cxn modelId="{FAADAA8B-6A9E-4A42-9257-76CE196C4AA4}" type="presParOf" srcId="{9DBEA375-5E9B-4EC7-AC0F-0F9193C42097}" destId="{63F83469-74CB-49C1-89AF-6261007D586C}" srcOrd="3" destOrd="0" presId="urn:microsoft.com/office/officeart/2018/2/layout/IconVerticalSolidList"/>
    <dgm:cxn modelId="{1E864EF0-0EBD-4689-A61E-0F90AE99E2FF}" type="presParOf" srcId="{0CFDE51A-9E7F-4424-BBBF-77522D70C805}" destId="{E46BBC20-6D2E-45D8-806E-542F1ECB2D54}" srcOrd="3" destOrd="0" presId="urn:microsoft.com/office/officeart/2018/2/layout/IconVerticalSolidList"/>
    <dgm:cxn modelId="{8F6237FE-4BE7-45AC-B777-96F2CA7CF604}" type="presParOf" srcId="{0CFDE51A-9E7F-4424-BBBF-77522D70C805}" destId="{DD2C7F88-8846-484C-A901-35CC3BABB74F}" srcOrd="4" destOrd="0" presId="urn:microsoft.com/office/officeart/2018/2/layout/IconVerticalSolidList"/>
    <dgm:cxn modelId="{43C29C50-1AC0-4302-BA9D-7E3408F58C56}" type="presParOf" srcId="{DD2C7F88-8846-484C-A901-35CC3BABB74F}" destId="{A63F26BB-9A8A-447B-81E9-D8653391F3B0}" srcOrd="0" destOrd="0" presId="urn:microsoft.com/office/officeart/2018/2/layout/IconVerticalSolidList"/>
    <dgm:cxn modelId="{67F38E40-F71B-4950-B65E-1F5AF088B5E9}" type="presParOf" srcId="{DD2C7F88-8846-484C-A901-35CC3BABB74F}" destId="{601BAF0D-8220-4CE1-A918-17D2681B30C6}" srcOrd="1" destOrd="0" presId="urn:microsoft.com/office/officeart/2018/2/layout/IconVerticalSolidList"/>
    <dgm:cxn modelId="{9A5AE2D4-A4BC-4A91-80F2-E2E9476E0482}" type="presParOf" srcId="{DD2C7F88-8846-484C-A901-35CC3BABB74F}" destId="{6315324D-B640-4A1E-9C35-A582BF5B2D61}" srcOrd="2" destOrd="0" presId="urn:microsoft.com/office/officeart/2018/2/layout/IconVerticalSolidList"/>
    <dgm:cxn modelId="{09482644-E430-40A2-A0A6-9A3D3BBB61D2}" type="presParOf" srcId="{DD2C7F88-8846-484C-A901-35CC3BABB74F}" destId="{6A342D68-DC53-4EAB-AD3D-320F3545EE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28B30E-636F-4CE2-BA10-66ADC25D42D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C6B82FB-6C64-4777-B66D-827DEFF6B22B}">
      <dgm:prSet/>
      <dgm:spPr/>
      <dgm:t>
        <a:bodyPr/>
        <a:lstStyle/>
        <a:p>
          <a:r>
            <a:rPr lang="en-US" b="1" dirty="0"/>
            <a:t>Implementation</a:t>
          </a:r>
          <a:r>
            <a:rPr lang="en-US" dirty="0"/>
            <a:t>: </a:t>
          </a:r>
          <a:r>
            <a:rPr lang="en-US" b="1" i="1" dirty="0"/>
            <a:t>product_factory.py</a:t>
          </a:r>
          <a:endParaRPr lang="en-US" dirty="0"/>
        </a:p>
      </dgm:t>
    </dgm:pt>
    <dgm:pt modelId="{A33C78EF-CD5F-4CA9-BF39-2BD3EC1822A9}" type="parTrans" cxnId="{84CE367B-BA41-4AE8-85CD-E44F67AD19E9}">
      <dgm:prSet/>
      <dgm:spPr/>
      <dgm:t>
        <a:bodyPr/>
        <a:lstStyle/>
        <a:p>
          <a:endParaRPr lang="en-US"/>
        </a:p>
      </dgm:t>
    </dgm:pt>
    <dgm:pt modelId="{5FF9B22A-10CF-4FC1-B0E6-54183A332B2E}" type="sibTrans" cxnId="{84CE367B-BA41-4AE8-85CD-E44F67AD19E9}">
      <dgm:prSet/>
      <dgm:spPr/>
      <dgm:t>
        <a:bodyPr/>
        <a:lstStyle/>
        <a:p>
          <a:endParaRPr lang="en-US"/>
        </a:p>
      </dgm:t>
    </dgm:pt>
    <dgm:pt modelId="{F7DF03B3-02AB-4CA7-B328-C55D7F7C8CA3}">
      <dgm:prSet/>
      <dgm:spPr/>
      <dgm:t>
        <a:bodyPr/>
        <a:lstStyle/>
        <a:p>
          <a:r>
            <a:rPr lang="en-US" b="1"/>
            <a:t>Abstract Product</a:t>
          </a:r>
          <a:r>
            <a:rPr lang="en-US"/>
            <a:t>: Product class with a get_details() method.</a:t>
          </a:r>
        </a:p>
      </dgm:t>
    </dgm:pt>
    <dgm:pt modelId="{EEC56901-C059-4C45-A5C7-8404566A3B7B}" type="parTrans" cxnId="{0F9470E8-A1F6-4B2C-B9FA-BDC9DA1FE1BF}">
      <dgm:prSet/>
      <dgm:spPr/>
      <dgm:t>
        <a:bodyPr/>
        <a:lstStyle/>
        <a:p>
          <a:endParaRPr lang="en-US"/>
        </a:p>
      </dgm:t>
    </dgm:pt>
    <dgm:pt modelId="{9A712FE4-B05A-492F-97AA-556EAC06B9E5}" type="sibTrans" cxnId="{0F9470E8-A1F6-4B2C-B9FA-BDC9DA1FE1BF}">
      <dgm:prSet/>
      <dgm:spPr/>
      <dgm:t>
        <a:bodyPr/>
        <a:lstStyle/>
        <a:p>
          <a:endParaRPr lang="en-US"/>
        </a:p>
      </dgm:t>
    </dgm:pt>
    <dgm:pt modelId="{B896FD70-B292-4984-B986-78A97350CB28}">
      <dgm:prSet/>
      <dgm:spPr/>
      <dgm:t>
        <a:bodyPr/>
        <a:lstStyle/>
        <a:p>
          <a:r>
            <a:rPr lang="en-US" b="1"/>
            <a:t>Concrete Products</a:t>
          </a:r>
          <a:r>
            <a:rPr lang="en-US"/>
            <a:t>: DigitalProduct and PhysicalProduct inherit from Product.</a:t>
          </a:r>
        </a:p>
      </dgm:t>
    </dgm:pt>
    <dgm:pt modelId="{5941F3D9-D130-4832-9A3D-DDBCAA16FFB6}" type="parTrans" cxnId="{628B0573-108A-488F-B1C9-A6CEC3364607}">
      <dgm:prSet/>
      <dgm:spPr/>
      <dgm:t>
        <a:bodyPr/>
        <a:lstStyle/>
        <a:p>
          <a:endParaRPr lang="en-US"/>
        </a:p>
      </dgm:t>
    </dgm:pt>
    <dgm:pt modelId="{99B3A536-2FA9-4159-BAC2-CE5589572A82}" type="sibTrans" cxnId="{628B0573-108A-488F-B1C9-A6CEC3364607}">
      <dgm:prSet/>
      <dgm:spPr/>
      <dgm:t>
        <a:bodyPr/>
        <a:lstStyle/>
        <a:p>
          <a:endParaRPr lang="en-US"/>
        </a:p>
      </dgm:t>
    </dgm:pt>
    <dgm:pt modelId="{4A472366-7EFE-4169-AAA3-2A6665D2CCCA}">
      <dgm:prSet/>
      <dgm:spPr/>
      <dgm:t>
        <a:bodyPr/>
        <a:lstStyle/>
        <a:p>
          <a:r>
            <a:rPr lang="en-US" b="1"/>
            <a:t>Factory</a:t>
          </a:r>
          <a:r>
            <a:rPr lang="en-US"/>
            <a:t>: A ProductFactory with a method to create objects based on input type (e.g., "</a:t>
          </a:r>
          <a:r>
            <a:rPr lang="en-US" b="1"/>
            <a:t>digital</a:t>
          </a:r>
          <a:r>
            <a:rPr lang="en-US"/>
            <a:t>", "</a:t>
          </a:r>
          <a:r>
            <a:rPr lang="en-US" b="1"/>
            <a:t>physical</a:t>
          </a:r>
          <a:r>
            <a:rPr lang="en-US"/>
            <a:t>").</a:t>
          </a:r>
        </a:p>
      </dgm:t>
    </dgm:pt>
    <dgm:pt modelId="{FFAACB2F-9449-4F95-879C-CE549D1B9474}" type="parTrans" cxnId="{0C4E3911-574D-433A-A084-FE5358099543}">
      <dgm:prSet/>
      <dgm:spPr/>
      <dgm:t>
        <a:bodyPr/>
        <a:lstStyle/>
        <a:p>
          <a:endParaRPr lang="en-US"/>
        </a:p>
      </dgm:t>
    </dgm:pt>
    <dgm:pt modelId="{E0D3AAFE-A3BB-4D43-9E35-04A71EC75B2A}" type="sibTrans" cxnId="{0C4E3911-574D-433A-A084-FE5358099543}">
      <dgm:prSet/>
      <dgm:spPr/>
      <dgm:t>
        <a:bodyPr/>
        <a:lstStyle/>
        <a:p>
          <a:endParaRPr lang="en-US"/>
        </a:p>
      </dgm:t>
    </dgm:pt>
    <dgm:pt modelId="{BDABB97D-3FF4-4654-8D92-4D5F4927461E}">
      <dgm:prSet/>
      <dgm:spPr/>
      <dgm:t>
        <a:bodyPr/>
        <a:lstStyle/>
        <a:p>
          <a:r>
            <a:rPr lang="en-US" b="1"/>
            <a:t>Purpose</a:t>
          </a:r>
          <a:r>
            <a:rPr lang="en-US"/>
            <a:t>: Simplify object creation by encapsulating logic; enhances flexibility and scalability.</a:t>
          </a:r>
        </a:p>
      </dgm:t>
    </dgm:pt>
    <dgm:pt modelId="{3AA57172-515E-47B9-82C0-F4EB51E391F5}" type="parTrans" cxnId="{CDDAC1C7-B5EF-47CA-B6C3-6080FC1F4DDD}">
      <dgm:prSet/>
      <dgm:spPr/>
      <dgm:t>
        <a:bodyPr/>
        <a:lstStyle/>
        <a:p>
          <a:endParaRPr lang="en-US"/>
        </a:p>
      </dgm:t>
    </dgm:pt>
    <dgm:pt modelId="{BBB499F8-1530-4B5E-B24B-F63AFADA69A2}" type="sibTrans" cxnId="{CDDAC1C7-B5EF-47CA-B6C3-6080FC1F4DDD}">
      <dgm:prSet/>
      <dgm:spPr/>
      <dgm:t>
        <a:bodyPr/>
        <a:lstStyle/>
        <a:p>
          <a:endParaRPr lang="en-US"/>
        </a:p>
      </dgm:t>
    </dgm:pt>
    <dgm:pt modelId="{BC97778B-83C6-4B6E-8755-2EB1C086D05A}">
      <dgm:prSet/>
      <dgm:spPr/>
      <dgm:t>
        <a:bodyPr/>
        <a:lstStyle/>
        <a:p>
          <a:r>
            <a:rPr lang="en-US" b="1"/>
            <a:t>Testing</a:t>
          </a:r>
          <a:r>
            <a:rPr lang="en-US"/>
            <a:t>:   Terminal:</a:t>
          </a:r>
        </a:p>
      </dgm:t>
    </dgm:pt>
    <dgm:pt modelId="{605565E1-F533-49B5-8175-3DA2B7E745B6}" type="parTrans" cxnId="{F9F541BE-8BB9-47D7-AEF4-51B64803B876}">
      <dgm:prSet/>
      <dgm:spPr/>
      <dgm:t>
        <a:bodyPr/>
        <a:lstStyle/>
        <a:p>
          <a:endParaRPr lang="en-US"/>
        </a:p>
      </dgm:t>
    </dgm:pt>
    <dgm:pt modelId="{C0052217-B74C-4538-AE87-BD47C2E412C5}" type="sibTrans" cxnId="{F9F541BE-8BB9-47D7-AEF4-51B64803B876}">
      <dgm:prSet/>
      <dgm:spPr/>
      <dgm:t>
        <a:bodyPr/>
        <a:lstStyle/>
        <a:p>
          <a:endParaRPr lang="en-US"/>
        </a:p>
      </dgm:t>
    </dgm:pt>
    <dgm:pt modelId="{1FF602BC-0E9E-4DA6-BEAC-9D6F99BDD652}">
      <dgm:prSet/>
      <dgm:spPr/>
      <dgm:t>
        <a:bodyPr/>
        <a:lstStyle/>
        <a:p>
          <a:r>
            <a:rPr lang="en-US" b="1" i="1"/>
            <a:t>Python main.py        -&gt;</a:t>
          </a:r>
          <a:r>
            <a:rPr lang="en-US" i="1"/>
            <a:t> </a:t>
          </a:r>
          <a:r>
            <a:rPr lang="en-US" b="1" i="1"/>
            <a:t>test the code (Factory method) from terminal</a:t>
          </a:r>
          <a:endParaRPr lang="en-US"/>
        </a:p>
      </dgm:t>
    </dgm:pt>
    <dgm:pt modelId="{31023ADB-CD7B-467C-BEF6-270B08BAB150}" type="parTrans" cxnId="{458BD8AF-A7D5-419F-8CD0-51EA2D7EBB87}">
      <dgm:prSet/>
      <dgm:spPr/>
      <dgm:t>
        <a:bodyPr/>
        <a:lstStyle/>
        <a:p>
          <a:endParaRPr lang="en-US"/>
        </a:p>
      </dgm:t>
    </dgm:pt>
    <dgm:pt modelId="{E5632F23-0344-4605-8648-D68E2379557F}" type="sibTrans" cxnId="{458BD8AF-A7D5-419F-8CD0-51EA2D7EBB87}">
      <dgm:prSet/>
      <dgm:spPr/>
      <dgm:t>
        <a:bodyPr/>
        <a:lstStyle/>
        <a:p>
          <a:endParaRPr lang="en-US"/>
        </a:p>
      </dgm:t>
    </dgm:pt>
    <dgm:pt modelId="{947422CF-8DED-4DD6-A1CB-141273876746}">
      <dgm:prSet/>
      <dgm:spPr/>
      <dgm:t>
        <a:bodyPr/>
        <a:lstStyle/>
        <a:p>
          <a:r>
            <a:rPr lang="en-US" b="1" i="1"/>
            <a:t>python -m unittest discover -s test      -&gt; </a:t>
          </a:r>
          <a:r>
            <a:rPr lang="en-US" b="1"/>
            <a:t>verify the implementation.</a:t>
          </a:r>
          <a:endParaRPr lang="en-US"/>
        </a:p>
      </dgm:t>
    </dgm:pt>
    <dgm:pt modelId="{9AD4801C-E0D4-4988-B5CD-4715FC5FE2FA}" type="parTrans" cxnId="{A9CAB6F9-FD7A-4267-8E09-73B8107A0CBE}">
      <dgm:prSet/>
      <dgm:spPr/>
      <dgm:t>
        <a:bodyPr/>
        <a:lstStyle/>
        <a:p>
          <a:endParaRPr lang="en-US"/>
        </a:p>
      </dgm:t>
    </dgm:pt>
    <dgm:pt modelId="{2B7F6A44-352A-4635-9187-2A43307C7C74}" type="sibTrans" cxnId="{A9CAB6F9-FD7A-4267-8E09-73B8107A0CBE}">
      <dgm:prSet/>
      <dgm:spPr/>
      <dgm:t>
        <a:bodyPr/>
        <a:lstStyle/>
        <a:p>
          <a:endParaRPr lang="en-US"/>
        </a:p>
      </dgm:t>
    </dgm:pt>
    <dgm:pt modelId="{2A097FA8-AEB8-4891-9054-19E11C496818}" type="pres">
      <dgm:prSet presAssocID="{6528B30E-636F-4CE2-BA10-66ADC25D42DA}" presName="linear" presStyleCnt="0">
        <dgm:presLayoutVars>
          <dgm:animLvl val="lvl"/>
          <dgm:resizeHandles val="exact"/>
        </dgm:presLayoutVars>
      </dgm:prSet>
      <dgm:spPr/>
    </dgm:pt>
    <dgm:pt modelId="{67B64CA0-D03F-45D7-93C3-7713396ED0DD}" type="pres">
      <dgm:prSet presAssocID="{6C6B82FB-6C64-4777-B66D-827DEFF6B22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7D5C2A9-9E3C-400B-A14E-F37183392B28}" type="pres">
      <dgm:prSet presAssocID="{5FF9B22A-10CF-4FC1-B0E6-54183A332B2E}" presName="spacer" presStyleCnt="0"/>
      <dgm:spPr/>
    </dgm:pt>
    <dgm:pt modelId="{B1102220-72CC-4ADF-B917-51D76C8A4C5C}" type="pres">
      <dgm:prSet presAssocID="{F7DF03B3-02AB-4CA7-B328-C55D7F7C8CA3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D0BAF2D-3FEB-490A-8A7F-7A9D605D9120}" type="pres">
      <dgm:prSet presAssocID="{9A712FE4-B05A-492F-97AA-556EAC06B9E5}" presName="spacer" presStyleCnt="0"/>
      <dgm:spPr/>
    </dgm:pt>
    <dgm:pt modelId="{6E639C7D-1FF4-4037-B216-314460A0D729}" type="pres">
      <dgm:prSet presAssocID="{B896FD70-B292-4984-B986-78A97350CB28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AB0128E1-B1B6-4BFC-9125-7236601FB83D}" type="pres">
      <dgm:prSet presAssocID="{99B3A536-2FA9-4159-BAC2-CE5589572A82}" presName="spacer" presStyleCnt="0"/>
      <dgm:spPr/>
    </dgm:pt>
    <dgm:pt modelId="{876B2E72-11EA-4EA3-B0E2-98367420AD4A}" type="pres">
      <dgm:prSet presAssocID="{4A472366-7EFE-4169-AAA3-2A6665D2CCC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9409588-A0D2-46A0-84E3-E19FF5AF66A6}" type="pres">
      <dgm:prSet presAssocID="{E0D3AAFE-A3BB-4D43-9E35-04A71EC75B2A}" presName="spacer" presStyleCnt="0"/>
      <dgm:spPr/>
    </dgm:pt>
    <dgm:pt modelId="{95E4B7EE-4D21-465D-8F22-3158CD7F2B1F}" type="pres">
      <dgm:prSet presAssocID="{BDABB97D-3FF4-4654-8D92-4D5F4927461E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90610170-BE73-432F-ADD5-5255C184DB56}" type="pres">
      <dgm:prSet presAssocID="{BBB499F8-1530-4B5E-B24B-F63AFADA69A2}" presName="spacer" presStyleCnt="0"/>
      <dgm:spPr/>
    </dgm:pt>
    <dgm:pt modelId="{914BC1C0-05F3-404A-B9DC-45D28EFA14C9}" type="pres">
      <dgm:prSet presAssocID="{BC97778B-83C6-4B6E-8755-2EB1C086D05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9A073A1-F9F0-49CF-BAA0-B5E750906A4C}" type="pres">
      <dgm:prSet presAssocID="{C0052217-B74C-4538-AE87-BD47C2E412C5}" presName="spacer" presStyleCnt="0"/>
      <dgm:spPr/>
    </dgm:pt>
    <dgm:pt modelId="{3B431D18-2E26-4B88-B6A0-7A788E2414BF}" type="pres">
      <dgm:prSet presAssocID="{1FF602BC-0E9E-4DA6-BEAC-9D6F99BDD652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B94B270E-E8CF-4B21-827B-7829CA4A605D}" type="pres">
      <dgm:prSet presAssocID="{E5632F23-0344-4605-8648-D68E2379557F}" presName="spacer" presStyleCnt="0"/>
      <dgm:spPr/>
    </dgm:pt>
    <dgm:pt modelId="{151D0152-A285-4E2D-AB2A-73CD833B74A0}" type="pres">
      <dgm:prSet presAssocID="{947422CF-8DED-4DD6-A1CB-141273876746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8E56C90F-EE0E-4DD7-A608-388DA8DF0B8A}" type="presOf" srcId="{4A472366-7EFE-4169-AAA3-2A6665D2CCCA}" destId="{876B2E72-11EA-4EA3-B0E2-98367420AD4A}" srcOrd="0" destOrd="0" presId="urn:microsoft.com/office/officeart/2005/8/layout/vList2"/>
    <dgm:cxn modelId="{0C4E3911-574D-433A-A084-FE5358099543}" srcId="{6528B30E-636F-4CE2-BA10-66ADC25D42DA}" destId="{4A472366-7EFE-4169-AAA3-2A6665D2CCCA}" srcOrd="3" destOrd="0" parTransId="{FFAACB2F-9449-4F95-879C-CE549D1B9474}" sibTransId="{E0D3AAFE-A3BB-4D43-9E35-04A71EC75B2A}"/>
    <dgm:cxn modelId="{5300D332-1E68-4B08-A21B-42084F94D3A1}" type="presOf" srcId="{947422CF-8DED-4DD6-A1CB-141273876746}" destId="{151D0152-A285-4E2D-AB2A-73CD833B74A0}" srcOrd="0" destOrd="0" presId="urn:microsoft.com/office/officeart/2005/8/layout/vList2"/>
    <dgm:cxn modelId="{CC6F2463-990E-4EC2-A10F-ABD0380967FF}" type="presOf" srcId="{6C6B82FB-6C64-4777-B66D-827DEFF6B22B}" destId="{67B64CA0-D03F-45D7-93C3-7713396ED0DD}" srcOrd="0" destOrd="0" presId="urn:microsoft.com/office/officeart/2005/8/layout/vList2"/>
    <dgm:cxn modelId="{C957F36A-4BEC-4D43-BA8A-7DF2126F4390}" type="presOf" srcId="{6528B30E-636F-4CE2-BA10-66ADC25D42DA}" destId="{2A097FA8-AEB8-4891-9054-19E11C496818}" srcOrd="0" destOrd="0" presId="urn:microsoft.com/office/officeart/2005/8/layout/vList2"/>
    <dgm:cxn modelId="{628B0573-108A-488F-B1C9-A6CEC3364607}" srcId="{6528B30E-636F-4CE2-BA10-66ADC25D42DA}" destId="{B896FD70-B292-4984-B986-78A97350CB28}" srcOrd="2" destOrd="0" parTransId="{5941F3D9-D130-4832-9A3D-DDBCAA16FFB6}" sibTransId="{99B3A536-2FA9-4159-BAC2-CE5589572A82}"/>
    <dgm:cxn modelId="{84CE367B-BA41-4AE8-85CD-E44F67AD19E9}" srcId="{6528B30E-636F-4CE2-BA10-66ADC25D42DA}" destId="{6C6B82FB-6C64-4777-B66D-827DEFF6B22B}" srcOrd="0" destOrd="0" parTransId="{A33C78EF-CD5F-4CA9-BF39-2BD3EC1822A9}" sibTransId="{5FF9B22A-10CF-4FC1-B0E6-54183A332B2E}"/>
    <dgm:cxn modelId="{4DEFCE80-90C2-46BC-B2A0-F1E1ADA1CDC6}" type="presOf" srcId="{F7DF03B3-02AB-4CA7-B328-C55D7F7C8CA3}" destId="{B1102220-72CC-4ADF-B917-51D76C8A4C5C}" srcOrd="0" destOrd="0" presId="urn:microsoft.com/office/officeart/2005/8/layout/vList2"/>
    <dgm:cxn modelId="{541233A1-15AD-4323-AC27-3DAC0274B01C}" type="presOf" srcId="{BC97778B-83C6-4B6E-8755-2EB1C086D05A}" destId="{914BC1C0-05F3-404A-B9DC-45D28EFA14C9}" srcOrd="0" destOrd="0" presId="urn:microsoft.com/office/officeart/2005/8/layout/vList2"/>
    <dgm:cxn modelId="{5257D0A5-6C67-4EDD-BA4A-1795438F14AF}" type="presOf" srcId="{BDABB97D-3FF4-4654-8D92-4D5F4927461E}" destId="{95E4B7EE-4D21-465D-8F22-3158CD7F2B1F}" srcOrd="0" destOrd="0" presId="urn:microsoft.com/office/officeart/2005/8/layout/vList2"/>
    <dgm:cxn modelId="{458BD8AF-A7D5-419F-8CD0-51EA2D7EBB87}" srcId="{6528B30E-636F-4CE2-BA10-66ADC25D42DA}" destId="{1FF602BC-0E9E-4DA6-BEAC-9D6F99BDD652}" srcOrd="6" destOrd="0" parTransId="{31023ADB-CD7B-467C-BEF6-270B08BAB150}" sibTransId="{E5632F23-0344-4605-8648-D68E2379557F}"/>
    <dgm:cxn modelId="{F9F541BE-8BB9-47D7-AEF4-51B64803B876}" srcId="{6528B30E-636F-4CE2-BA10-66ADC25D42DA}" destId="{BC97778B-83C6-4B6E-8755-2EB1C086D05A}" srcOrd="5" destOrd="0" parTransId="{605565E1-F533-49B5-8175-3DA2B7E745B6}" sibTransId="{C0052217-B74C-4538-AE87-BD47C2E412C5}"/>
    <dgm:cxn modelId="{27F280C5-C6BB-4923-B754-7A7D95FB0328}" type="presOf" srcId="{1FF602BC-0E9E-4DA6-BEAC-9D6F99BDD652}" destId="{3B431D18-2E26-4B88-B6A0-7A788E2414BF}" srcOrd="0" destOrd="0" presId="urn:microsoft.com/office/officeart/2005/8/layout/vList2"/>
    <dgm:cxn modelId="{CDDAC1C7-B5EF-47CA-B6C3-6080FC1F4DDD}" srcId="{6528B30E-636F-4CE2-BA10-66ADC25D42DA}" destId="{BDABB97D-3FF4-4654-8D92-4D5F4927461E}" srcOrd="4" destOrd="0" parTransId="{3AA57172-515E-47B9-82C0-F4EB51E391F5}" sibTransId="{BBB499F8-1530-4B5E-B24B-F63AFADA69A2}"/>
    <dgm:cxn modelId="{C55FA6CC-ADE8-41A1-8E4E-37C0F2DF7534}" type="presOf" srcId="{B896FD70-B292-4984-B986-78A97350CB28}" destId="{6E639C7D-1FF4-4037-B216-314460A0D729}" srcOrd="0" destOrd="0" presId="urn:microsoft.com/office/officeart/2005/8/layout/vList2"/>
    <dgm:cxn modelId="{0F9470E8-A1F6-4B2C-B9FA-BDC9DA1FE1BF}" srcId="{6528B30E-636F-4CE2-BA10-66ADC25D42DA}" destId="{F7DF03B3-02AB-4CA7-B328-C55D7F7C8CA3}" srcOrd="1" destOrd="0" parTransId="{EEC56901-C059-4C45-A5C7-8404566A3B7B}" sibTransId="{9A712FE4-B05A-492F-97AA-556EAC06B9E5}"/>
    <dgm:cxn modelId="{A9CAB6F9-FD7A-4267-8E09-73B8107A0CBE}" srcId="{6528B30E-636F-4CE2-BA10-66ADC25D42DA}" destId="{947422CF-8DED-4DD6-A1CB-141273876746}" srcOrd="7" destOrd="0" parTransId="{9AD4801C-E0D4-4988-B5CD-4715FC5FE2FA}" sibTransId="{2B7F6A44-352A-4635-9187-2A43307C7C74}"/>
    <dgm:cxn modelId="{A40BCC10-BC85-41D0-804F-5BD13D52E959}" type="presParOf" srcId="{2A097FA8-AEB8-4891-9054-19E11C496818}" destId="{67B64CA0-D03F-45D7-93C3-7713396ED0DD}" srcOrd="0" destOrd="0" presId="urn:microsoft.com/office/officeart/2005/8/layout/vList2"/>
    <dgm:cxn modelId="{DD6D94D3-8926-4A66-9EB4-CB471931F519}" type="presParOf" srcId="{2A097FA8-AEB8-4891-9054-19E11C496818}" destId="{17D5C2A9-9E3C-400B-A14E-F37183392B28}" srcOrd="1" destOrd="0" presId="urn:microsoft.com/office/officeart/2005/8/layout/vList2"/>
    <dgm:cxn modelId="{50172631-1CC8-43D3-8166-9E221DAEE50C}" type="presParOf" srcId="{2A097FA8-AEB8-4891-9054-19E11C496818}" destId="{B1102220-72CC-4ADF-B917-51D76C8A4C5C}" srcOrd="2" destOrd="0" presId="urn:microsoft.com/office/officeart/2005/8/layout/vList2"/>
    <dgm:cxn modelId="{AA510041-7A9B-49F4-8649-8A0559121032}" type="presParOf" srcId="{2A097FA8-AEB8-4891-9054-19E11C496818}" destId="{ED0BAF2D-3FEB-490A-8A7F-7A9D605D9120}" srcOrd="3" destOrd="0" presId="urn:microsoft.com/office/officeart/2005/8/layout/vList2"/>
    <dgm:cxn modelId="{F9AB2018-2E62-4B79-A3FE-FFD404CBD5E4}" type="presParOf" srcId="{2A097FA8-AEB8-4891-9054-19E11C496818}" destId="{6E639C7D-1FF4-4037-B216-314460A0D729}" srcOrd="4" destOrd="0" presId="urn:microsoft.com/office/officeart/2005/8/layout/vList2"/>
    <dgm:cxn modelId="{B84ABF7B-E5D5-4AE5-82A3-5D0ACB6C627D}" type="presParOf" srcId="{2A097FA8-AEB8-4891-9054-19E11C496818}" destId="{AB0128E1-B1B6-4BFC-9125-7236601FB83D}" srcOrd="5" destOrd="0" presId="urn:microsoft.com/office/officeart/2005/8/layout/vList2"/>
    <dgm:cxn modelId="{E9B556A4-2129-4424-8055-DCC1C55750E0}" type="presParOf" srcId="{2A097FA8-AEB8-4891-9054-19E11C496818}" destId="{876B2E72-11EA-4EA3-B0E2-98367420AD4A}" srcOrd="6" destOrd="0" presId="urn:microsoft.com/office/officeart/2005/8/layout/vList2"/>
    <dgm:cxn modelId="{B86DDD5E-5FBC-42AF-BDE9-CC14FC746F19}" type="presParOf" srcId="{2A097FA8-AEB8-4891-9054-19E11C496818}" destId="{19409588-A0D2-46A0-84E3-E19FF5AF66A6}" srcOrd="7" destOrd="0" presId="urn:microsoft.com/office/officeart/2005/8/layout/vList2"/>
    <dgm:cxn modelId="{760306B6-FBCB-4387-AA85-670FA645993A}" type="presParOf" srcId="{2A097FA8-AEB8-4891-9054-19E11C496818}" destId="{95E4B7EE-4D21-465D-8F22-3158CD7F2B1F}" srcOrd="8" destOrd="0" presId="urn:microsoft.com/office/officeart/2005/8/layout/vList2"/>
    <dgm:cxn modelId="{A46B967C-9D75-497B-8622-A04433C03568}" type="presParOf" srcId="{2A097FA8-AEB8-4891-9054-19E11C496818}" destId="{90610170-BE73-432F-ADD5-5255C184DB56}" srcOrd="9" destOrd="0" presId="urn:microsoft.com/office/officeart/2005/8/layout/vList2"/>
    <dgm:cxn modelId="{6F5E59EC-627B-49AF-A938-E209E4761A8D}" type="presParOf" srcId="{2A097FA8-AEB8-4891-9054-19E11C496818}" destId="{914BC1C0-05F3-404A-B9DC-45D28EFA14C9}" srcOrd="10" destOrd="0" presId="urn:microsoft.com/office/officeart/2005/8/layout/vList2"/>
    <dgm:cxn modelId="{D878A827-C962-41F3-A6C6-400D92632C94}" type="presParOf" srcId="{2A097FA8-AEB8-4891-9054-19E11C496818}" destId="{69A073A1-F9F0-49CF-BAA0-B5E750906A4C}" srcOrd="11" destOrd="0" presId="urn:microsoft.com/office/officeart/2005/8/layout/vList2"/>
    <dgm:cxn modelId="{CB4FBD03-0840-40C7-9662-F39C1029CDB7}" type="presParOf" srcId="{2A097FA8-AEB8-4891-9054-19E11C496818}" destId="{3B431D18-2E26-4B88-B6A0-7A788E2414BF}" srcOrd="12" destOrd="0" presId="urn:microsoft.com/office/officeart/2005/8/layout/vList2"/>
    <dgm:cxn modelId="{C4F65C0C-2DBD-4F32-8340-4E8CCBF1F6A8}" type="presParOf" srcId="{2A097FA8-AEB8-4891-9054-19E11C496818}" destId="{B94B270E-E8CF-4B21-827B-7829CA4A605D}" srcOrd="13" destOrd="0" presId="urn:microsoft.com/office/officeart/2005/8/layout/vList2"/>
    <dgm:cxn modelId="{6323961A-1299-46BE-8F97-381919CA4C09}" type="presParOf" srcId="{2A097FA8-AEB8-4891-9054-19E11C496818}" destId="{151D0152-A285-4E2D-AB2A-73CD833B74A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27B3B0-E7C0-4CC0-82DB-95CADFF0352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F825B6-7977-4D22-AE34-39DF30AC56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Structural Patterns:</a:t>
          </a:r>
          <a:endParaRPr lang="en-US"/>
        </a:p>
      </dgm:t>
    </dgm:pt>
    <dgm:pt modelId="{B0BD2D94-E7AA-4045-A65A-C5AD08DD6BCA}" type="parTrans" cxnId="{621A5B94-9C95-478C-BC36-00418B502BE7}">
      <dgm:prSet/>
      <dgm:spPr/>
      <dgm:t>
        <a:bodyPr/>
        <a:lstStyle/>
        <a:p>
          <a:endParaRPr lang="en-US"/>
        </a:p>
      </dgm:t>
    </dgm:pt>
    <dgm:pt modelId="{C7717D7A-A91B-4043-B9E5-1595C45A9842}" type="sibTrans" cxnId="{621A5B94-9C95-478C-BC36-00418B502BE7}">
      <dgm:prSet/>
      <dgm:spPr/>
      <dgm:t>
        <a:bodyPr/>
        <a:lstStyle/>
        <a:p>
          <a:endParaRPr lang="en-US"/>
        </a:p>
      </dgm:t>
    </dgm:pt>
    <dgm:pt modelId="{3F74CFD5-CF9E-41BD-A0A9-FE3879B1024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Dependency Injection:</a:t>
          </a:r>
          <a:r>
            <a:rPr lang="en-GB"/>
            <a:t> Example: Passing repositories and validation strategies into classes like UserService (user_services.py).</a:t>
          </a:r>
          <a:endParaRPr lang="en-US"/>
        </a:p>
      </dgm:t>
    </dgm:pt>
    <dgm:pt modelId="{51147C1B-7FC0-49B9-A2E7-1F303A56DBE2}" type="parTrans" cxnId="{78B421AB-4C6F-44D3-8DE1-0ABAEDAD4E12}">
      <dgm:prSet/>
      <dgm:spPr/>
      <dgm:t>
        <a:bodyPr/>
        <a:lstStyle/>
        <a:p>
          <a:endParaRPr lang="en-US"/>
        </a:p>
      </dgm:t>
    </dgm:pt>
    <dgm:pt modelId="{30588C6A-1DA5-4648-8021-A5C5D0B22046}" type="sibTrans" cxnId="{78B421AB-4C6F-44D3-8DE1-0ABAEDAD4E12}">
      <dgm:prSet/>
      <dgm:spPr/>
      <dgm:t>
        <a:bodyPr/>
        <a:lstStyle/>
        <a:p>
          <a:endParaRPr lang="en-US"/>
        </a:p>
      </dgm:t>
    </dgm:pt>
    <dgm:pt modelId="{2C2A523D-CFB0-4370-BD26-EDDF651B545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Import from </a:t>
          </a:r>
          <a:r>
            <a:rPr lang="en-GB" b="1"/>
            <a:t>validators.py </a:t>
          </a:r>
          <a:r>
            <a:rPr lang="en-GB"/>
            <a:t>and </a:t>
          </a:r>
          <a:r>
            <a:rPr lang="en-GB" b="1"/>
            <a:t>strategies.py</a:t>
          </a:r>
          <a:endParaRPr lang="en-US"/>
        </a:p>
      </dgm:t>
    </dgm:pt>
    <dgm:pt modelId="{2A135DB8-15E1-478F-A6F5-7ADFFD7AEF72}" type="parTrans" cxnId="{6549CB56-1AA1-47D2-B853-0F09A76FDEA0}">
      <dgm:prSet/>
      <dgm:spPr/>
      <dgm:t>
        <a:bodyPr/>
        <a:lstStyle/>
        <a:p>
          <a:endParaRPr lang="en-US"/>
        </a:p>
      </dgm:t>
    </dgm:pt>
    <dgm:pt modelId="{A0D2D834-ACC1-43AB-A42C-06C88A5688A9}" type="sibTrans" cxnId="{6549CB56-1AA1-47D2-B853-0F09A76FDEA0}">
      <dgm:prSet/>
      <dgm:spPr/>
      <dgm:t>
        <a:bodyPr/>
        <a:lstStyle/>
        <a:p>
          <a:endParaRPr lang="en-US"/>
        </a:p>
      </dgm:t>
    </dgm:pt>
    <dgm:pt modelId="{11E74DA0-8A12-4EB3-921B-3D40782230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Behavioural Patterns:</a:t>
          </a:r>
          <a:endParaRPr lang="en-US"/>
        </a:p>
      </dgm:t>
    </dgm:pt>
    <dgm:pt modelId="{893E09E5-9171-4576-978A-AF49823FDE4D}" type="parTrans" cxnId="{452C3A1E-C729-4CF4-85DC-75440B8E4948}">
      <dgm:prSet/>
      <dgm:spPr/>
      <dgm:t>
        <a:bodyPr/>
        <a:lstStyle/>
        <a:p>
          <a:endParaRPr lang="en-US"/>
        </a:p>
      </dgm:t>
    </dgm:pt>
    <dgm:pt modelId="{D8B3FFCF-125F-4EB5-A995-61D74A4D7FD6}" type="sibTrans" cxnId="{452C3A1E-C729-4CF4-85DC-75440B8E4948}">
      <dgm:prSet/>
      <dgm:spPr/>
      <dgm:t>
        <a:bodyPr/>
        <a:lstStyle/>
        <a:p>
          <a:endParaRPr lang="en-US"/>
        </a:p>
      </dgm:t>
    </dgm:pt>
    <dgm:pt modelId="{BE5ADDDC-C80B-444B-8764-35ABEC71388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Strategy Pattern:</a:t>
          </a:r>
          <a:r>
            <a:rPr lang="en-GB"/>
            <a:t> Provides flexibility for password validation (e.g., BasicPasswordValidationStrategy vs StrongPasswordValidationStrategy) in </a:t>
          </a:r>
          <a:r>
            <a:rPr lang="en-GB" b="1"/>
            <a:t>strategies.py</a:t>
          </a:r>
          <a:endParaRPr lang="en-US"/>
        </a:p>
      </dgm:t>
    </dgm:pt>
    <dgm:pt modelId="{EBC42D90-340E-48C6-A768-FDFCD8672DD0}" type="parTrans" cxnId="{FEFDF17D-3CD5-484C-87EA-8554F108A3F9}">
      <dgm:prSet/>
      <dgm:spPr/>
      <dgm:t>
        <a:bodyPr/>
        <a:lstStyle/>
        <a:p>
          <a:endParaRPr lang="en-US"/>
        </a:p>
      </dgm:t>
    </dgm:pt>
    <dgm:pt modelId="{B9957913-912E-49FB-8026-96AAD54C7820}" type="sibTrans" cxnId="{FEFDF17D-3CD5-484C-87EA-8554F108A3F9}">
      <dgm:prSet/>
      <dgm:spPr/>
      <dgm:t>
        <a:bodyPr/>
        <a:lstStyle/>
        <a:p>
          <a:endParaRPr lang="en-US"/>
        </a:p>
      </dgm:t>
    </dgm:pt>
    <dgm:pt modelId="{379F77E5-F4C0-45D6-B778-9587AF4DFBEC}" type="pres">
      <dgm:prSet presAssocID="{DE27B3B0-E7C0-4CC0-82DB-95CADFF03522}" presName="root" presStyleCnt="0">
        <dgm:presLayoutVars>
          <dgm:dir/>
          <dgm:resizeHandles val="exact"/>
        </dgm:presLayoutVars>
      </dgm:prSet>
      <dgm:spPr/>
    </dgm:pt>
    <dgm:pt modelId="{398CEE94-A13D-49E7-A12B-8B59F479D6F2}" type="pres">
      <dgm:prSet presAssocID="{C3F825B6-7977-4D22-AE34-39DF30AC5646}" presName="compNode" presStyleCnt="0"/>
      <dgm:spPr/>
    </dgm:pt>
    <dgm:pt modelId="{6E396763-1885-4A4B-A3F0-6251C24C6B3A}" type="pres">
      <dgm:prSet presAssocID="{C3F825B6-7977-4D22-AE34-39DF30AC564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5B5681D-232F-42FB-910B-367DECD53818}" type="pres">
      <dgm:prSet presAssocID="{C3F825B6-7977-4D22-AE34-39DF30AC5646}" presName="iconSpace" presStyleCnt="0"/>
      <dgm:spPr/>
    </dgm:pt>
    <dgm:pt modelId="{F76CBFC3-67F1-4A4F-877D-AB05CF46F71E}" type="pres">
      <dgm:prSet presAssocID="{C3F825B6-7977-4D22-AE34-39DF30AC5646}" presName="parTx" presStyleLbl="revTx" presStyleIdx="0" presStyleCnt="4">
        <dgm:presLayoutVars>
          <dgm:chMax val="0"/>
          <dgm:chPref val="0"/>
        </dgm:presLayoutVars>
      </dgm:prSet>
      <dgm:spPr/>
    </dgm:pt>
    <dgm:pt modelId="{84BBC7DE-EB72-4804-A3C5-50405AE60F39}" type="pres">
      <dgm:prSet presAssocID="{C3F825B6-7977-4D22-AE34-39DF30AC5646}" presName="txSpace" presStyleCnt="0"/>
      <dgm:spPr/>
    </dgm:pt>
    <dgm:pt modelId="{33680163-3DFC-4820-8375-C606B6A85806}" type="pres">
      <dgm:prSet presAssocID="{C3F825B6-7977-4D22-AE34-39DF30AC5646}" presName="desTx" presStyleLbl="revTx" presStyleIdx="1" presStyleCnt="4">
        <dgm:presLayoutVars/>
      </dgm:prSet>
      <dgm:spPr/>
    </dgm:pt>
    <dgm:pt modelId="{80CBC422-AF37-434B-B098-F25B4D4B7D7E}" type="pres">
      <dgm:prSet presAssocID="{C7717D7A-A91B-4043-B9E5-1595C45A9842}" presName="sibTrans" presStyleCnt="0"/>
      <dgm:spPr/>
    </dgm:pt>
    <dgm:pt modelId="{6EBA27AA-BDAA-46D1-AA77-FB89DA001568}" type="pres">
      <dgm:prSet presAssocID="{11E74DA0-8A12-4EB3-921B-3D40782230C8}" presName="compNode" presStyleCnt="0"/>
      <dgm:spPr/>
    </dgm:pt>
    <dgm:pt modelId="{D11FE42F-B93E-4937-B00B-68394D94E3BF}" type="pres">
      <dgm:prSet presAssocID="{11E74DA0-8A12-4EB3-921B-3D40782230C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4A4D8662-AD6E-44E5-BD57-C7CEF56C5791}" type="pres">
      <dgm:prSet presAssocID="{11E74DA0-8A12-4EB3-921B-3D40782230C8}" presName="iconSpace" presStyleCnt="0"/>
      <dgm:spPr/>
    </dgm:pt>
    <dgm:pt modelId="{00F9E2EE-46FD-49EF-9669-7AEC195953B4}" type="pres">
      <dgm:prSet presAssocID="{11E74DA0-8A12-4EB3-921B-3D40782230C8}" presName="parTx" presStyleLbl="revTx" presStyleIdx="2" presStyleCnt="4">
        <dgm:presLayoutVars>
          <dgm:chMax val="0"/>
          <dgm:chPref val="0"/>
        </dgm:presLayoutVars>
      </dgm:prSet>
      <dgm:spPr/>
    </dgm:pt>
    <dgm:pt modelId="{1A101A25-773E-457D-911C-BE84C8C5F3B3}" type="pres">
      <dgm:prSet presAssocID="{11E74DA0-8A12-4EB3-921B-3D40782230C8}" presName="txSpace" presStyleCnt="0"/>
      <dgm:spPr/>
    </dgm:pt>
    <dgm:pt modelId="{4238F52B-F43A-4629-9FA6-13EE8135B50A}" type="pres">
      <dgm:prSet presAssocID="{11E74DA0-8A12-4EB3-921B-3D40782230C8}" presName="desTx" presStyleLbl="revTx" presStyleIdx="3" presStyleCnt="4">
        <dgm:presLayoutVars/>
      </dgm:prSet>
      <dgm:spPr/>
    </dgm:pt>
  </dgm:ptLst>
  <dgm:cxnLst>
    <dgm:cxn modelId="{DA327604-2720-4923-8DB4-A8E7B452C3FD}" type="presOf" srcId="{11E74DA0-8A12-4EB3-921B-3D40782230C8}" destId="{00F9E2EE-46FD-49EF-9669-7AEC195953B4}" srcOrd="0" destOrd="0" presId="urn:microsoft.com/office/officeart/2018/2/layout/IconLabelDescriptionList"/>
    <dgm:cxn modelId="{452C3A1E-C729-4CF4-85DC-75440B8E4948}" srcId="{DE27B3B0-E7C0-4CC0-82DB-95CADFF03522}" destId="{11E74DA0-8A12-4EB3-921B-3D40782230C8}" srcOrd="1" destOrd="0" parTransId="{893E09E5-9171-4576-978A-AF49823FDE4D}" sibTransId="{D8B3FFCF-125F-4EB5-A995-61D74A4D7FD6}"/>
    <dgm:cxn modelId="{622BB93B-868E-4C4E-84B7-B63095E966A5}" type="presOf" srcId="{3F74CFD5-CF9E-41BD-A0A9-FE3879B1024D}" destId="{33680163-3DFC-4820-8375-C606B6A85806}" srcOrd="0" destOrd="0" presId="urn:microsoft.com/office/officeart/2018/2/layout/IconLabelDescriptionList"/>
    <dgm:cxn modelId="{1CB6516C-13F8-4C96-9FE2-1992523E1009}" type="presOf" srcId="{DE27B3B0-E7C0-4CC0-82DB-95CADFF03522}" destId="{379F77E5-F4C0-45D6-B778-9587AF4DFBEC}" srcOrd="0" destOrd="0" presId="urn:microsoft.com/office/officeart/2018/2/layout/IconLabelDescriptionList"/>
    <dgm:cxn modelId="{57399B6C-D204-424B-8598-B304461B2181}" type="presOf" srcId="{BE5ADDDC-C80B-444B-8764-35ABEC71388A}" destId="{4238F52B-F43A-4629-9FA6-13EE8135B50A}" srcOrd="0" destOrd="0" presId="urn:microsoft.com/office/officeart/2018/2/layout/IconLabelDescriptionList"/>
    <dgm:cxn modelId="{6549CB56-1AA1-47D2-B853-0F09A76FDEA0}" srcId="{C3F825B6-7977-4D22-AE34-39DF30AC5646}" destId="{2C2A523D-CFB0-4370-BD26-EDDF651B5453}" srcOrd="1" destOrd="0" parTransId="{2A135DB8-15E1-478F-A6F5-7ADFFD7AEF72}" sibTransId="{A0D2D834-ACC1-43AB-A42C-06C88A5688A9}"/>
    <dgm:cxn modelId="{FEFDF17D-3CD5-484C-87EA-8554F108A3F9}" srcId="{11E74DA0-8A12-4EB3-921B-3D40782230C8}" destId="{BE5ADDDC-C80B-444B-8764-35ABEC71388A}" srcOrd="0" destOrd="0" parTransId="{EBC42D90-340E-48C6-A768-FDFCD8672DD0}" sibTransId="{B9957913-912E-49FB-8026-96AAD54C7820}"/>
    <dgm:cxn modelId="{621A5B94-9C95-478C-BC36-00418B502BE7}" srcId="{DE27B3B0-E7C0-4CC0-82DB-95CADFF03522}" destId="{C3F825B6-7977-4D22-AE34-39DF30AC5646}" srcOrd="0" destOrd="0" parTransId="{B0BD2D94-E7AA-4045-A65A-C5AD08DD6BCA}" sibTransId="{C7717D7A-A91B-4043-B9E5-1595C45A9842}"/>
    <dgm:cxn modelId="{78B421AB-4C6F-44D3-8DE1-0ABAEDAD4E12}" srcId="{C3F825B6-7977-4D22-AE34-39DF30AC5646}" destId="{3F74CFD5-CF9E-41BD-A0A9-FE3879B1024D}" srcOrd="0" destOrd="0" parTransId="{51147C1B-7FC0-49B9-A2E7-1F303A56DBE2}" sibTransId="{30588C6A-1DA5-4648-8021-A5C5D0B22046}"/>
    <dgm:cxn modelId="{F83A89B5-F7AC-47C7-9637-EFFC9B088FF9}" type="presOf" srcId="{C3F825B6-7977-4D22-AE34-39DF30AC5646}" destId="{F76CBFC3-67F1-4A4F-877D-AB05CF46F71E}" srcOrd="0" destOrd="0" presId="urn:microsoft.com/office/officeart/2018/2/layout/IconLabelDescriptionList"/>
    <dgm:cxn modelId="{7B7BEAD5-0720-4512-A8C4-165358187E26}" type="presOf" srcId="{2C2A523D-CFB0-4370-BD26-EDDF651B5453}" destId="{33680163-3DFC-4820-8375-C606B6A85806}" srcOrd="0" destOrd="1" presId="urn:microsoft.com/office/officeart/2018/2/layout/IconLabelDescriptionList"/>
    <dgm:cxn modelId="{2A8D5C55-9413-4BD0-A76B-257843FF4751}" type="presParOf" srcId="{379F77E5-F4C0-45D6-B778-9587AF4DFBEC}" destId="{398CEE94-A13D-49E7-A12B-8B59F479D6F2}" srcOrd="0" destOrd="0" presId="urn:microsoft.com/office/officeart/2018/2/layout/IconLabelDescriptionList"/>
    <dgm:cxn modelId="{6FD3C95A-6F16-4A30-8506-7F9839576893}" type="presParOf" srcId="{398CEE94-A13D-49E7-A12B-8B59F479D6F2}" destId="{6E396763-1885-4A4B-A3F0-6251C24C6B3A}" srcOrd="0" destOrd="0" presId="urn:microsoft.com/office/officeart/2018/2/layout/IconLabelDescriptionList"/>
    <dgm:cxn modelId="{2A3053BA-041D-4BA6-A445-F839943AA938}" type="presParOf" srcId="{398CEE94-A13D-49E7-A12B-8B59F479D6F2}" destId="{05B5681D-232F-42FB-910B-367DECD53818}" srcOrd="1" destOrd="0" presId="urn:microsoft.com/office/officeart/2018/2/layout/IconLabelDescriptionList"/>
    <dgm:cxn modelId="{6AFE492C-0397-441A-BFD6-61F8EEE05F65}" type="presParOf" srcId="{398CEE94-A13D-49E7-A12B-8B59F479D6F2}" destId="{F76CBFC3-67F1-4A4F-877D-AB05CF46F71E}" srcOrd="2" destOrd="0" presId="urn:microsoft.com/office/officeart/2018/2/layout/IconLabelDescriptionList"/>
    <dgm:cxn modelId="{EB7AE6DB-9081-493E-93B8-C3CCD7DEA937}" type="presParOf" srcId="{398CEE94-A13D-49E7-A12B-8B59F479D6F2}" destId="{84BBC7DE-EB72-4804-A3C5-50405AE60F39}" srcOrd="3" destOrd="0" presId="urn:microsoft.com/office/officeart/2018/2/layout/IconLabelDescriptionList"/>
    <dgm:cxn modelId="{3685A09C-5244-431A-B20D-D4A06149D024}" type="presParOf" srcId="{398CEE94-A13D-49E7-A12B-8B59F479D6F2}" destId="{33680163-3DFC-4820-8375-C606B6A85806}" srcOrd="4" destOrd="0" presId="urn:microsoft.com/office/officeart/2018/2/layout/IconLabelDescriptionList"/>
    <dgm:cxn modelId="{E90B301B-BED3-4612-881A-9D4027138796}" type="presParOf" srcId="{379F77E5-F4C0-45D6-B778-9587AF4DFBEC}" destId="{80CBC422-AF37-434B-B098-F25B4D4B7D7E}" srcOrd="1" destOrd="0" presId="urn:microsoft.com/office/officeart/2018/2/layout/IconLabelDescriptionList"/>
    <dgm:cxn modelId="{64421F28-73D3-4995-A3BF-EA6326054DFA}" type="presParOf" srcId="{379F77E5-F4C0-45D6-B778-9587AF4DFBEC}" destId="{6EBA27AA-BDAA-46D1-AA77-FB89DA001568}" srcOrd="2" destOrd="0" presId="urn:microsoft.com/office/officeart/2018/2/layout/IconLabelDescriptionList"/>
    <dgm:cxn modelId="{54DB73D7-36FD-4493-897F-E9EA3D62932D}" type="presParOf" srcId="{6EBA27AA-BDAA-46D1-AA77-FB89DA001568}" destId="{D11FE42F-B93E-4937-B00B-68394D94E3BF}" srcOrd="0" destOrd="0" presId="urn:microsoft.com/office/officeart/2018/2/layout/IconLabelDescriptionList"/>
    <dgm:cxn modelId="{0BED0C1E-AF4C-43CC-80B1-A25EE0ADC85E}" type="presParOf" srcId="{6EBA27AA-BDAA-46D1-AA77-FB89DA001568}" destId="{4A4D8662-AD6E-44E5-BD57-C7CEF56C5791}" srcOrd="1" destOrd="0" presId="urn:microsoft.com/office/officeart/2018/2/layout/IconLabelDescriptionList"/>
    <dgm:cxn modelId="{E7048E2C-E513-4A6D-B907-2445EBA11142}" type="presParOf" srcId="{6EBA27AA-BDAA-46D1-AA77-FB89DA001568}" destId="{00F9E2EE-46FD-49EF-9669-7AEC195953B4}" srcOrd="2" destOrd="0" presId="urn:microsoft.com/office/officeart/2018/2/layout/IconLabelDescriptionList"/>
    <dgm:cxn modelId="{8757D566-72B2-4BD4-8F59-5370BD3F4136}" type="presParOf" srcId="{6EBA27AA-BDAA-46D1-AA77-FB89DA001568}" destId="{1A101A25-773E-457D-911C-BE84C8C5F3B3}" srcOrd="3" destOrd="0" presId="urn:microsoft.com/office/officeart/2018/2/layout/IconLabelDescriptionList"/>
    <dgm:cxn modelId="{591AAAAE-02A6-4581-814F-C95AC940A14F}" type="presParOf" srcId="{6EBA27AA-BDAA-46D1-AA77-FB89DA001568}" destId="{4238F52B-F43A-4629-9FA6-13EE8135B50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3DEF9F-CBC0-4553-A94A-3BB1D0FC5A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3_2" csCatId="accent3" phldr="1"/>
      <dgm:spPr/>
      <dgm:t>
        <a:bodyPr/>
        <a:lstStyle/>
        <a:p>
          <a:endParaRPr lang="en-US"/>
        </a:p>
      </dgm:t>
    </dgm:pt>
    <dgm:pt modelId="{85BEF15A-4BAF-4112-8701-5F45C7832B9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Input Validation: </a:t>
          </a:r>
          <a:r>
            <a:rPr lang="en-GB" b="1"/>
            <a:t>validators.py</a:t>
          </a:r>
          <a:endParaRPr lang="en-US"/>
        </a:p>
      </dgm:t>
    </dgm:pt>
    <dgm:pt modelId="{FA2569F9-F4CA-45F0-A39F-3B5B2ECDBE1F}" type="parTrans" cxnId="{9213DDEF-CBEE-4173-8031-68B25EDBEDC4}">
      <dgm:prSet/>
      <dgm:spPr/>
      <dgm:t>
        <a:bodyPr/>
        <a:lstStyle/>
        <a:p>
          <a:endParaRPr lang="en-US"/>
        </a:p>
      </dgm:t>
    </dgm:pt>
    <dgm:pt modelId="{3B594EA1-F225-4E1F-968E-822BBE5F56A6}" type="sibTrans" cxnId="{9213DDEF-CBEE-4173-8031-68B25EDBEDC4}">
      <dgm:prSet/>
      <dgm:spPr/>
      <dgm:t>
        <a:bodyPr/>
        <a:lstStyle/>
        <a:p>
          <a:endParaRPr lang="en-US"/>
        </a:p>
      </dgm:t>
    </dgm:pt>
    <dgm:pt modelId="{425599B1-ED58-4CFD-9E09-73AC97BEF9D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i="1"/>
            <a:t>validate_email() </a:t>
          </a:r>
          <a:r>
            <a:rPr lang="en-GB"/>
            <a:t>and </a:t>
          </a:r>
          <a:r>
            <a:rPr lang="en-GB" b="1" i="1"/>
            <a:t>validate_password() </a:t>
          </a:r>
          <a:r>
            <a:rPr lang="en-GB"/>
            <a:t>prevent invalid data entry.</a:t>
          </a:r>
          <a:endParaRPr lang="en-US"/>
        </a:p>
      </dgm:t>
    </dgm:pt>
    <dgm:pt modelId="{FFCDC874-8454-4E01-8D65-64259F47167A}" type="parTrans" cxnId="{58DAF829-A4ED-4F27-A4E9-C8DC96CD8088}">
      <dgm:prSet/>
      <dgm:spPr/>
      <dgm:t>
        <a:bodyPr/>
        <a:lstStyle/>
        <a:p>
          <a:endParaRPr lang="en-US"/>
        </a:p>
      </dgm:t>
    </dgm:pt>
    <dgm:pt modelId="{912E4DF1-87A6-461F-BC28-9EFE5F611128}" type="sibTrans" cxnId="{58DAF829-A4ED-4F27-A4E9-C8DC96CD8088}">
      <dgm:prSet/>
      <dgm:spPr/>
      <dgm:t>
        <a:bodyPr/>
        <a:lstStyle/>
        <a:p>
          <a:endParaRPr lang="en-US"/>
        </a:p>
      </dgm:t>
    </dgm:pt>
    <dgm:pt modelId="{6B191E8A-F1CC-408F-BBEC-3F6CCEE4F53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i="1"/>
            <a:t>sanitize_input() </a:t>
          </a:r>
          <a:r>
            <a:rPr lang="en-GB"/>
            <a:t>avoids injection attacks.</a:t>
          </a:r>
          <a:endParaRPr lang="en-US"/>
        </a:p>
      </dgm:t>
    </dgm:pt>
    <dgm:pt modelId="{3FB838A5-8280-4BF7-A7F8-3093DB0131B5}" type="parTrans" cxnId="{3A3BB6A4-F724-426B-B6DF-97194B9589F4}">
      <dgm:prSet/>
      <dgm:spPr/>
      <dgm:t>
        <a:bodyPr/>
        <a:lstStyle/>
        <a:p>
          <a:endParaRPr lang="en-US"/>
        </a:p>
      </dgm:t>
    </dgm:pt>
    <dgm:pt modelId="{87451211-CBCD-42E2-85CB-0361E0D67728}" type="sibTrans" cxnId="{3A3BB6A4-F724-426B-B6DF-97194B9589F4}">
      <dgm:prSet/>
      <dgm:spPr/>
      <dgm:t>
        <a:bodyPr/>
        <a:lstStyle/>
        <a:p>
          <a:endParaRPr lang="en-US"/>
        </a:p>
      </dgm:t>
    </dgm:pt>
    <dgm:pt modelId="{F3153539-2B12-47B5-B124-8EBB908DAE1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Authentication:</a:t>
          </a:r>
          <a:endParaRPr lang="en-US"/>
        </a:p>
      </dgm:t>
    </dgm:pt>
    <dgm:pt modelId="{C5C80666-1592-45BF-BAFB-4D1BD2F13098}" type="parTrans" cxnId="{9BA8F046-1238-4840-A25A-1104E694E7CD}">
      <dgm:prSet/>
      <dgm:spPr/>
      <dgm:t>
        <a:bodyPr/>
        <a:lstStyle/>
        <a:p>
          <a:endParaRPr lang="en-US"/>
        </a:p>
      </dgm:t>
    </dgm:pt>
    <dgm:pt modelId="{CDE56D58-5DA7-4426-86EC-8AB1C79DF9D9}" type="sibTrans" cxnId="{9BA8F046-1238-4840-A25A-1104E694E7CD}">
      <dgm:prSet/>
      <dgm:spPr/>
      <dgm:t>
        <a:bodyPr/>
        <a:lstStyle/>
        <a:p>
          <a:endParaRPr lang="en-US"/>
        </a:p>
      </dgm:t>
    </dgm:pt>
    <dgm:pt modelId="{9A5C4B98-1244-448C-9024-17B010BE0F2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Secure password hashing with </a:t>
          </a:r>
          <a:r>
            <a:rPr lang="en-GB" b="1" i="1"/>
            <a:t>bcrypt</a:t>
          </a:r>
          <a:r>
            <a:rPr lang="en-GB"/>
            <a:t> (</a:t>
          </a:r>
          <a:r>
            <a:rPr lang="en-GB" i="1"/>
            <a:t>user_service.py</a:t>
          </a:r>
          <a:r>
            <a:rPr lang="en-GB"/>
            <a:t>)</a:t>
          </a:r>
          <a:endParaRPr lang="en-US"/>
        </a:p>
      </dgm:t>
    </dgm:pt>
    <dgm:pt modelId="{3B301C26-722B-486B-84C2-E76AF19A9CD7}" type="parTrans" cxnId="{545C0674-81CA-4630-8302-3B2F68FD46D9}">
      <dgm:prSet/>
      <dgm:spPr/>
      <dgm:t>
        <a:bodyPr/>
        <a:lstStyle/>
        <a:p>
          <a:endParaRPr lang="en-US"/>
        </a:p>
      </dgm:t>
    </dgm:pt>
    <dgm:pt modelId="{66724EA0-83D7-4525-9314-EF65F81A98F8}" type="sibTrans" cxnId="{545C0674-81CA-4630-8302-3B2F68FD46D9}">
      <dgm:prSet/>
      <dgm:spPr/>
      <dgm:t>
        <a:bodyPr/>
        <a:lstStyle/>
        <a:p>
          <a:endParaRPr lang="en-US"/>
        </a:p>
      </dgm:t>
    </dgm:pt>
    <dgm:pt modelId="{FA497A3E-C92B-4234-B41B-7BE992BEA8A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Exception Handling:</a:t>
          </a:r>
          <a:endParaRPr lang="en-US"/>
        </a:p>
      </dgm:t>
    </dgm:pt>
    <dgm:pt modelId="{A045F733-0722-493B-9710-DC995BB9539A}" type="parTrans" cxnId="{50C2601E-5B68-4A4C-8EA8-D1456ABE5CBF}">
      <dgm:prSet/>
      <dgm:spPr/>
      <dgm:t>
        <a:bodyPr/>
        <a:lstStyle/>
        <a:p>
          <a:endParaRPr lang="en-US"/>
        </a:p>
      </dgm:t>
    </dgm:pt>
    <dgm:pt modelId="{F41744EB-9E7D-4BB8-97C5-2A0E4145ABBB}" type="sibTrans" cxnId="{50C2601E-5B68-4A4C-8EA8-D1456ABE5CBF}">
      <dgm:prSet/>
      <dgm:spPr/>
      <dgm:t>
        <a:bodyPr/>
        <a:lstStyle/>
        <a:p>
          <a:endParaRPr lang="en-US"/>
        </a:p>
      </dgm:t>
    </dgm:pt>
    <dgm:pt modelId="{607F96AD-4E78-48D5-A6A3-372E2069034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Comprehensive error handling ensures fault tolerance (</a:t>
          </a:r>
          <a:r>
            <a:rPr lang="en-GB" i="1"/>
            <a:t>validators.py</a:t>
          </a:r>
          <a:r>
            <a:rPr lang="en-GB"/>
            <a:t>).</a:t>
          </a:r>
          <a:endParaRPr lang="en-US"/>
        </a:p>
      </dgm:t>
    </dgm:pt>
    <dgm:pt modelId="{43D3E1A0-5B17-4E5E-8BD0-B946EE1EACBF}" type="parTrans" cxnId="{7690FD81-8B27-4B93-B0F9-164DF2323DC9}">
      <dgm:prSet/>
      <dgm:spPr/>
      <dgm:t>
        <a:bodyPr/>
        <a:lstStyle/>
        <a:p>
          <a:endParaRPr lang="en-US"/>
        </a:p>
      </dgm:t>
    </dgm:pt>
    <dgm:pt modelId="{0B03CB83-952F-4387-8744-E5433326FCC1}" type="sibTrans" cxnId="{7690FD81-8B27-4B93-B0F9-164DF2323DC9}">
      <dgm:prSet/>
      <dgm:spPr/>
      <dgm:t>
        <a:bodyPr/>
        <a:lstStyle/>
        <a:p>
          <a:endParaRPr lang="en-US"/>
        </a:p>
      </dgm:t>
    </dgm:pt>
    <dgm:pt modelId="{B0D72BDC-ABC2-4A6F-A26A-BA30A9633F97}" type="pres">
      <dgm:prSet presAssocID="{783DEF9F-CBC0-4553-A94A-3BB1D0FC5A81}" presName="root" presStyleCnt="0">
        <dgm:presLayoutVars>
          <dgm:dir/>
          <dgm:resizeHandles val="exact"/>
        </dgm:presLayoutVars>
      </dgm:prSet>
      <dgm:spPr/>
    </dgm:pt>
    <dgm:pt modelId="{B0A755F0-5E8E-4918-B453-9387B954B0E9}" type="pres">
      <dgm:prSet presAssocID="{85BEF15A-4BAF-4112-8701-5F45C7832B92}" presName="compNode" presStyleCnt="0"/>
      <dgm:spPr/>
    </dgm:pt>
    <dgm:pt modelId="{CEF7CB18-E718-483F-9965-21ADDA7FE516}" type="pres">
      <dgm:prSet presAssocID="{85BEF15A-4BAF-4112-8701-5F45C7832B92}" presName="bgRect" presStyleLbl="bgShp" presStyleIdx="0" presStyleCnt="7"/>
      <dgm:spPr/>
    </dgm:pt>
    <dgm:pt modelId="{B1887C6C-A76B-450E-A521-8F3ECD818C0D}" type="pres">
      <dgm:prSet presAssocID="{85BEF15A-4BAF-4112-8701-5F45C7832B9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56AE2BC-F914-4018-A89D-4F3A1201214E}" type="pres">
      <dgm:prSet presAssocID="{85BEF15A-4BAF-4112-8701-5F45C7832B92}" presName="spaceRect" presStyleCnt="0"/>
      <dgm:spPr/>
    </dgm:pt>
    <dgm:pt modelId="{436A1F48-7FB6-4D01-9289-C1E8180DD210}" type="pres">
      <dgm:prSet presAssocID="{85BEF15A-4BAF-4112-8701-5F45C7832B92}" presName="parTx" presStyleLbl="revTx" presStyleIdx="0" presStyleCnt="7">
        <dgm:presLayoutVars>
          <dgm:chMax val="0"/>
          <dgm:chPref val="0"/>
        </dgm:presLayoutVars>
      </dgm:prSet>
      <dgm:spPr/>
    </dgm:pt>
    <dgm:pt modelId="{6F43CFAB-1F66-4046-90F0-377DDDF3D2FD}" type="pres">
      <dgm:prSet presAssocID="{3B594EA1-F225-4E1F-968E-822BBE5F56A6}" presName="sibTrans" presStyleCnt="0"/>
      <dgm:spPr/>
    </dgm:pt>
    <dgm:pt modelId="{52EE604E-197B-4A08-831A-C3960B8364E3}" type="pres">
      <dgm:prSet presAssocID="{425599B1-ED58-4CFD-9E09-73AC97BEF9D8}" presName="compNode" presStyleCnt="0"/>
      <dgm:spPr/>
    </dgm:pt>
    <dgm:pt modelId="{ABDFA79D-E87C-46EC-A2D8-86169EA96A9E}" type="pres">
      <dgm:prSet presAssocID="{425599B1-ED58-4CFD-9E09-73AC97BEF9D8}" presName="bgRect" presStyleLbl="bgShp" presStyleIdx="1" presStyleCnt="7"/>
      <dgm:spPr/>
    </dgm:pt>
    <dgm:pt modelId="{EC16B959-2B20-463B-80AC-307578FDDB69}" type="pres">
      <dgm:prSet presAssocID="{425599B1-ED58-4CFD-9E09-73AC97BEF9D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577ADB6-1BD3-467C-8982-593C2D1706E2}" type="pres">
      <dgm:prSet presAssocID="{425599B1-ED58-4CFD-9E09-73AC97BEF9D8}" presName="spaceRect" presStyleCnt="0"/>
      <dgm:spPr/>
    </dgm:pt>
    <dgm:pt modelId="{E779F897-49E6-439E-B2ED-7584F59112BA}" type="pres">
      <dgm:prSet presAssocID="{425599B1-ED58-4CFD-9E09-73AC97BEF9D8}" presName="parTx" presStyleLbl="revTx" presStyleIdx="1" presStyleCnt="7">
        <dgm:presLayoutVars>
          <dgm:chMax val="0"/>
          <dgm:chPref val="0"/>
        </dgm:presLayoutVars>
      </dgm:prSet>
      <dgm:spPr/>
    </dgm:pt>
    <dgm:pt modelId="{F5E7DCBD-7FF5-424D-AC53-C79FBF98EE9A}" type="pres">
      <dgm:prSet presAssocID="{912E4DF1-87A6-461F-BC28-9EFE5F611128}" presName="sibTrans" presStyleCnt="0"/>
      <dgm:spPr/>
    </dgm:pt>
    <dgm:pt modelId="{5385A70C-F419-423E-A9C8-014063812895}" type="pres">
      <dgm:prSet presAssocID="{6B191E8A-F1CC-408F-BBEC-3F6CCEE4F53E}" presName="compNode" presStyleCnt="0"/>
      <dgm:spPr/>
    </dgm:pt>
    <dgm:pt modelId="{817BA95E-4EFD-4ABF-BCCC-774D2DF622F4}" type="pres">
      <dgm:prSet presAssocID="{6B191E8A-F1CC-408F-BBEC-3F6CCEE4F53E}" presName="bgRect" presStyleLbl="bgShp" presStyleIdx="2" presStyleCnt="7"/>
      <dgm:spPr/>
    </dgm:pt>
    <dgm:pt modelId="{FB7E2CC4-140E-4396-842B-3A1E127E6E31}" type="pres">
      <dgm:prSet presAssocID="{6B191E8A-F1CC-408F-BBEC-3F6CCEE4F53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5E4CC43A-6605-4E16-A335-66F5F4B9AD06}" type="pres">
      <dgm:prSet presAssocID="{6B191E8A-F1CC-408F-BBEC-3F6CCEE4F53E}" presName="spaceRect" presStyleCnt="0"/>
      <dgm:spPr/>
    </dgm:pt>
    <dgm:pt modelId="{76883A04-6749-4A76-8824-00FE82FFAADF}" type="pres">
      <dgm:prSet presAssocID="{6B191E8A-F1CC-408F-BBEC-3F6CCEE4F53E}" presName="parTx" presStyleLbl="revTx" presStyleIdx="2" presStyleCnt="7">
        <dgm:presLayoutVars>
          <dgm:chMax val="0"/>
          <dgm:chPref val="0"/>
        </dgm:presLayoutVars>
      </dgm:prSet>
      <dgm:spPr/>
    </dgm:pt>
    <dgm:pt modelId="{6A3226F8-781B-4A6F-9E27-7F613DF088AD}" type="pres">
      <dgm:prSet presAssocID="{87451211-CBCD-42E2-85CB-0361E0D67728}" presName="sibTrans" presStyleCnt="0"/>
      <dgm:spPr/>
    </dgm:pt>
    <dgm:pt modelId="{F05AC05A-54C7-4747-A38A-11519216A241}" type="pres">
      <dgm:prSet presAssocID="{F3153539-2B12-47B5-B124-8EBB908DAE1F}" presName="compNode" presStyleCnt="0"/>
      <dgm:spPr/>
    </dgm:pt>
    <dgm:pt modelId="{08362042-97EA-4107-B920-15D99E16DA91}" type="pres">
      <dgm:prSet presAssocID="{F3153539-2B12-47B5-B124-8EBB908DAE1F}" presName="bgRect" presStyleLbl="bgShp" presStyleIdx="3" presStyleCnt="7"/>
      <dgm:spPr/>
    </dgm:pt>
    <dgm:pt modelId="{398D768C-155D-4876-8074-573CE2DDC801}" type="pres">
      <dgm:prSet presAssocID="{F3153539-2B12-47B5-B124-8EBB908DAE1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E3FFF6F-B681-40E0-A367-74D154D94353}" type="pres">
      <dgm:prSet presAssocID="{F3153539-2B12-47B5-B124-8EBB908DAE1F}" presName="spaceRect" presStyleCnt="0"/>
      <dgm:spPr/>
    </dgm:pt>
    <dgm:pt modelId="{F7F7E504-DD69-406E-96ED-2C24832B9DD4}" type="pres">
      <dgm:prSet presAssocID="{F3153539-2B12-47B5-B124-8EBB908DAE1F}" presName="parTx" presStyleLbl="revTx" presStyleIdx="3" presStyleCnt="7">
        <dgm:presLayoutVars>
          <dgm:chMax val="0"/>
          <dgm:chPref val="0"/>
        </dgm:presLayoutVars>
      </dgm:prSet>
      <dgm:spPr/>
    </dgm:pt>
    <dgm:pt modelId="{13F61B23-40CA-4086-84A3-E3929946357A}" type="pres">
      <dgm:prSet presAssocID="{CDE56D58-5DA7-4426-86EC-8AB1C79DF9D9}" presName="sibTrans" presStyleCnt="0"/>
      <dgm:spPr/>
    </dgm:pt>
    <dgm:pt modelId="{C93C8951-DEE6-4C89-B673-BB126E5F6348}" type="pres">
      <dgm:prSet presAssocID="{9A5C4B98-1244-448C-9024-17B010BE0F2A}" presName="compNode" presStyleCnt="0"/>
      <dgm:spPr/>
    </dgm:pt>
    <dgm:pt modelId="{5E61EFC6-5EF1-4020-92D6-6277A439C331}" type="pres">
      <dgm:prSet presAssocID="{9A5C4B98-1244-448C-9024-17B010BE0F2A}" presName="bgRect" presStyleLbl="bgShp" presStyleIdx="4" presStyleCnt="7"/>
      <dgm:spPr/>
    </dgm:pt>
    <dgm:pt modelId="{B72C10D8-E1CB-4ADD-9117-C29B98864604}" type="pres">
      <dgm:prSet presAssocID="{9A5C4B98-1244-448C-9024-17B010BE0F2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EED3EAC-8CF8-4014-8B7F-3C5A4157FB9D}" type="pres">
      <dgm:prSet presAssocID="{9A5C4B98-1244-448C-9024-17B010BE0F2A}" presName="spaceRect" presStyleCnt="0"/>
      <dgm:spPr/>
    </dgm:pt>
    <dgm:pt modelId="{F45128E6-EC00-458D-BA44-EBAF19B01E04}" type="pres">
      <dgm:prSet presAssocID="{9A5C4B98-1244-448C-9024-17B010BE0F2A}" presName="parTx" presStyleLbl="revTx" presStyleIdx="4" presStyleCnt="7">
        <dgm:presLayoutVars>
          <dgm:chMax val="0"/>
          <dgm:chPref val="0"/>
        </dgm:presLayoutVars>
      </dgm:prSet>
      <dgm:spPr/>
    </dgm:pt>
    <dgm:pt modelId="{6D37E01E-D422-4799-A0CE-918806FB7EC4}" type="pres">
      <dgm:prSet presAssocID="{66724EA0-83D7-4525-9314-EF65F81A98F8}" presName="sibTrans" presStyleCnt="0"/>
      <dgm:spPr/>
    </dgm:pt>
    <dgm:pt modelId="{D954DE9E-0C44-44A9-B575-18329BA33FDB}" type="pres">
      <dgm:prSet presAssocID="{FA497A3E-C92B-4234-B41B-7BE992BEA8AF}" presName="compNode" presStyleCnt="0"/>
      <dgm:spPr/>
    </dgm:pt>
    <dgm:pt modelId="{3E81E1B7-9D92-49A9-AF21-BD96CE9AE8A5}" type="pres">
      <dgm:prSet presAssocID="{FA497A3E-C92B-4234-B41B-7BE992BEA8AF}" presName="bgRect" presStyleLbl="bgShp" presStyleIdx="5" presStyleCnt="7"/>
      <dgm:spPr/>
    </dgm:pt>
    <dgm:pt modelId="{5CD02E79-683C-4A8F-916A-E9F5660511E6}" type="pres">
      <dgm:prSet presAssocID="{FA497A3E-C92B-4234-B41B-7BE992BEA8A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6D4162AF-35AD-49B6-8828-D41BD02D95B1}" type="pres">
      <dgm:prSet presAssocID="{FA497A3E-C92B-4234-B41B-7BE992BEA8AF}" presName="spaceRect" presStyleCnt="0"/>
      <dgm:spPr/>
    </dgm:pt>
    <dgm:pt modelId="{36831303-B760-48CF-BFBB-C51F241CD3DD}" type="pres">
      <dgm:prSet presAssocID="{FA497A3E-C92B-4234-B41B-7BE992BEA8AF}" presName="parTx" presStyleLbl="revTx" presStyleIdx="5" presStyleCnt="7">
        <dgm:presLayoutVars>
          <dgm:chMax val="0"/>
          <dgm:chPref val="0"/>
        </dgm:presLayoutVars>
      </dgm:prSet>
      <dgm:spPr/>
    </dgm:pt>
    <dgm:pt modelId="{E4E851D2-1CFA-49C5-8BD9-AA976C96CE3D}" type="pres">
      <dgm:prSet presAssocID="{F41744EB-9E7D-4BB8-97C5-2A0E4145ABBB}" presName="sibTrans" presStyleCnt="0"/>
      <dgm:spPr/>
    </dgm:pt>
    <dgm:pt modelId="{DC9EC96B-7635-4E82-8195-BE0D2B733D60}" type="pres">
      <dgm:prSet presAssocID="{607F96AD-4E78-48D5-A6A3-372E20690348}" presName="compNode" presStyleCnt="0"/>
      <dgm:spPr/>
    </dgm:pt>
    <dgm:pt modelId="{88F28853-948A-4796-976F-6E4CDB5C319F}" type="pres">
      <dgm:prSet presAssocID="{607F96AD-4E78-48D5-A6A3-372E20690348}" presName="bgRect" presStyleLbl="bgShp" presStyleIdx="6" presStyleCnt="7"/>
      <dgm:spPr/>
    </dgm:pt>
    <dgm:pt modelId="{55C7444F-5A2C-4671-8644-B5A44837CD26}" type="pres">
      <dgm:prSet presAssocID="{607F96AD-4E78-48D5-A6A3-372E2069034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E6E8991-0051-45FE-AD86-78960CC5B453}" type="pres">
      <dgm:prSet presAssocID="{607F96AD-4E78-48D5-A6A3-372E20690348}" presName="spaceRect" presStyleCnt="0"/>
      <dgm:spPr/>
    </dgm:pt>
    <dgm:pt modelId="{B2FD9D66-0CCB-4B02-A174-4923BB51AF8D}" type="pres">
      <dgm:prSet presAssocID="{607F96AD-4E78-48D5-A6A3-372E2069034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45098F0C-6FBB-4BEF-AB1B-5D31C3D5BCED}" type="presOf" srcId="{425599B1-ED58-4CFD-9E09-73AC97BEF9D8}" destId="{E779F897-49E6-439E-B2ED-7584F59112BA}" srcOrd="0" destOrd="0" presId="urn:microsoft.com/office/officeart/2018/2/layout/IconVerticalSolidList"/>
    <dgm:cxn modelId="{50C2601E-5B68-4A4C-8EA8-D1456ABE5CBF}" srcId="{783DEF9F-CBC0-4553-A94A-3BB1D0FC5A81}" destId="{FA497A3E-C92B-4234-B41B-7BE992BEA8AF}" srcOrd="5" destOrd="0" parTransId="{A045F733-0722-493B-9710-DC995BB9539A}" sibTransId="{F41744EB-9E7D-4BB8-97C5-2A0E4145ABBB}"/>
    <dgm:cxn modelId="{E0A47020-B150-43F4-AF0E-B05DEDB89447}" type="presOf" srcId="{9A5C4B98-1244-448C-9024-17B010BE0F2A}" destId="{F45128E6-EC00-458D-BA44-EBAF19B01E04}" srcOrd="0" destOrd="0" presId="urn:microsoft.com/office/officeart/2018/2/layout/IconVerticalSolidList"/>
    <dgm:cxn modelId="{58DAF829-A4ED-4F27-A4E9-C8DC96CD8088}" srcId="{783DEF9F-CBC0-4553-A94A-3BB1D0FC5A81}" destId="{425599B1-ED58-4CFD-9E09-73AC97BEF9D8}" srcOrd="1" destOrd="0" parTransId="{FFCDC874-8454-4E01-8D65-64259F47167A}" sibTransId="{912E4DF1-87A6-461F-BC28-9EFE5F611128}"/>
    <dgm:cxn modelId="{9BA8F046-1238-4840-A25A-1104E694E7CD}" srcId="{783DEF9F-CBC0-4553-A94A-3BB1D0FC5A81}" destId="{F3153539-2B12-47B5-B124-8EBB908DAE1F}" srcOrd="3" destOrd="0" parTransId="{C5C80666-1592-45BF-BAFB-4D1BD2F13098}" sibTransId="{CDE56D58-5DA7-4426-86EC-8AB1C79DF9D9}"/>
    <dgm:cxn modelId="{C764266A-C8B4-4749-BEF8-139DD5DCD124}" type="presOf" srcId="{6B191E8A-F1CC-408F-BBEC-3F6CCEE4F53E}" destId="{76883A04-6749-4A76-8824-00FE82FFAADF}" srcOrd="0" destOrd="0" presId="urn:microsoft.com/office/officeart/2018/2/layout/IconVerticalSolidList"/>
    <dgm:cxn modelId="{545C0674-81CA-4630-8302-3B2F68FD46D9}" srcId="{783DEF9F-CBC0-4553-A94A-3BB1D0FC5A81}" destId="{9A5C4B98-1244-448C-9024-17B010BE0F2A}" srcOrd="4" destOrd="0" parTransId="{3B301C26-722B-486B-84C2-E76AF19A9CD7}" sibTransId="{66724EA0-83D7-4525-9314-EF65F81A98F8}"/>
    <dgm:cxn modelId="{C0AC9C5A-2F44-4D37-9330-3C096839A0F2}" type="presOf" srcId="{85BEF15A-4BAF-4112-8701-5F45C7832B92}" destId="{436A1F48-7FB6-4D01-9289-C1E8180DD210}" srcOrd="0" destOrd="0" presId="urn:microsoft.com/office/officeart/2018/2/layout/IconVerticalSolidList"/>
    <dgm:cxn modelId="{EDDEEE7E-1467-42E3-B5FA-41E589CD9D97}" type="presOf" srcId="{783DEF9F-CBC0-4553-A94A-3BB1D0FC5A81}" destId="{B0D72BDC-ABC2-4A6F-A26A-BA30A9633F97}" srcOrd="0" destOrd="0" presId="urn:microsoft.com/office/officeart/2018/2/layout/IconVerticalSolidList"/>
    <dgm:cxn modelId="{7690FD81-8B27-4B93-B0F9-164DF2323DC9}" srcId="{783DEF9F-CBC0-4553-A94A-3BB1D0FC5A81}" destId="{607F96AD-4E78-48D5-A6A3-372E20690348}" srcOrd="6" destOrd="0" parTransId="{43D3E1A0-5B17-4E5E-8BD0-B946EE1EACBF}" sibTransId="{0B03CB83-952F-4387-8744-E5433326FCC1}"/>
    <dgm:cxn modelId="{3A3BB6A4-F724-426B-B6DF-97194B9589F4}" srcId="{783DEF9F-CBC0-4553-A94A-3BB1D0FC5A81}" destId="{6B191E8A-F1CC-408F-BBEC-3F6CCEE4F53E}" srcOrd="2" destOrd="0" parTransId="{3FB838A5-8280-4BF7-A7F8-3093DB0131B5}" sibTransId="{87451211-CBCD-42E2-85CB-0361E0D67728}"/>
    <dgm:cxn modelId="{F8E43AA8-AEE6-4451-89F0-E774B37485C7}" type="presOf" srcId="{FA497A3E-C92B-4234-B41B-7BE992BEA8AF}" destId="{36831303-B760-48CF-BFBB-C51F241CD3DD}" srcOrd="0" destOrd="0" presId="urn:microsoft.com/office/officeart/2018/2/layout/IconVerticalSolidList"/>
    <dgm:cxn modelId="{65BC24D9-69D8-4144-8739-56E20914D024}" type="presOf" srcId="{607F96AD-4E78-48D5-A6A3-372E20690348}" destId="{B2FD9D66-0CCB-4B02-A174-4923BB51AF8D}" srcOrd="0" destOrd="0" presId="urn:microsoft.com/office/officeart/2018/2/layout/IconVerticalSolidList"/>
    <dgm:cxn modelId="{9213DDEF-CBEE-4173-8031-68B25EDBEDC4}" srcId="{783DEF9F-CBC0-4553-A94A-3BB1D0FC5A81}" destId="{85BEF15A-4BAF-4112-8701-5F45C7832B92}" srcOrd="0" destOrd="0" parTransId="{FA2569F9-F4CA-45F0-A39F-3B5B2ECDBE1F}" sibTransId="{3B594EA1-F225-4E1F-968E-822BBE5F56A6}"/>
    <dgm:cxn modelId="{C3DB57F5-BCC0-4544-A12F-DBBC3DF7C7CE}" type="presOf" srcId="{F3153539-2B12-47B5-B124-8EBB908DAE1F}" destId="{F7F7E504-DD69-406E-96ED-2C24832B9DD4}" srcOrd="0" destOrd="0" presId="urn:microsoft.com/office/officeart/2018/2/layout/IconVerticalSolidList"/>
    <dgm:cxn modelId="{DCDBBB40-532B-4258-97E2-4A5B153610CC}" type="presParOf" srcId="{B0D72BDC-ABC2-4A6F-A26A-BA30A9633F97}" destId="{B0A755F0-5E8E-4918-B453-9387B954B0E9}" srcOrd="0" destOrd="0" presId="urn:microsoft.com/office/officeart/2018/2/layout/IconVerticalSolidList"/>
    <dgm:cxn modelId="{F664F24F-8850-4507-BB4F-A18446E15F1A}" type="presParOf" srcId="{B0A755F0-5E8E-4918-B453-9387B954B0E9}" destId="{CEF7CB18-E718-483F-9965-21ADDA7FE516}" srcOrd="0" destOrd="0" presId="urn:microsoft.com/office/officeart/2018/2/layout/IconVerticalSolidList"/>
    <dgm:cxn modelId="{B733BFCC-3E85-418B-8C30-1E7368E6E919}" type="presParOf" srcId="{B0A755F0-5E8E-4918-B453-9387B954B0E9}" destId="{B1887C6C-A76B-450E-A521-8F3ECD818C0D}" srcOrd="1" destOrd="0" presId="urn:microsoft.com/office/officeart/2018/2/layout/IconVerticalSolidList"/>
    <dgm:cxn modelId="{E6E7511C-CB29-4EC1-917E-4077E7C59AC6}" type="presParOf" srcId="{B0A755F0-5E8E-4918-B453-9387B954B0E9}" destId="{D56AE2BC-F914-4018-A89D-4F3A1201214E}" srcOrd="2" destOrd="0" presId="urn:microsoft.com/office/officeart/2018/2/layout/IconVerticalSolidList"/>
    <dgm:cxn modelId="{66640491-BE34-4E3A-A6F8-F2E8E4845680}" type="presParOf" srcId="{B0A755F0-5E8E-4918-B453-9387B954B0E9}" destId="{436A1F48-7FB6-4D01-9289-C1E8180DD210}" srcOrd="3" destOrd="0" presId="urn:microsoft.com/office/officeart/2018/2/layout/IconVerticalSolidList"/>
    <dgm:cxn modelId="{29220664-0B13-49FE-A6FB-1B33EF307797}" type="presParOf" srcId="{B0D72BDC-ABC2-4A6F-A26A-BA30A9633F97}" destId="{6F43CFAB-1F66-4046-90F0-377DDDF3D2FD}" srcOrd="1" destOrd="0" presId="urn:microsoft.com/office/officeart/2018/2/layout/IconVerticalSolidList"/>
    <dgm:cxn modelId="{4901C364-67CF-4833-B40F-0367159CF858}" type="presParOf" srcId="{B0D72BDC-ABC2-4A6F-A26A-BA30A9633F97}" destId="{52EE604E-197B-4A08-831A-C3960B8364E3}" srcOrd="2" destOrd="0" presId="urn:microsoft.com/office/officeart/2018/2/layout/IconVerticalSolidList"/>
    <dgm:cxn modelId="{CC0F4061-92F8-4D7E-8C73-A9CBB86C6168}" type="presParOf" srcId="{52EE604E-197B-4A08-831A-C3960B8364E3}" destId="{ABDFA79D-E87C-46EC-A2D8-86169EA96A9E}" srcOrd="0" destOrd="0" presId="urn:microsoft.com/office/officeart/2018/2/layout/IconVerticalSolidList"/>
    <dgm:cxn modelId="{D9B6E48B-AD3A-43CD-876D-EB7D0DD3E685}" type="presParOf" srcId="{52EE604E-197B-4A08-831A-C3960B8364E3}" destId="{EC16B959-2B20-463B-80AC-307578FDDB69}" srcOrd="1" destOrd="0" presId="urn:microsoft.com/office/officeart/2018/2/layout/IconVerticalSolidList"/>
    <dgm:cxn modelId="{9BA8A750-39B0-41D8-8BD1-7227664BD4D1}" type="presParOf" srcId="{52EE604E-197B-4A08-831A-C3960B8364E3}" destId="{3577ADB6-1BD3-467C-8982-593C2D1706E2}" srcOrd="2" destOrd="0" presId="urn:microsoft.com/office/officeart/2018/2/layout/IconVerticalSolidList"/>
    <dgm:cxn modelId="{B33594FB-B146-4286-9F4B-4174BCE55A69}" type="presParOf" srcId="{52EE604E-197B-4A08-831A-C3960B8364E3}" destId="{E779F897-49E6-439E-B2ED-7584F59112BA}" srcOrd="3" destOrd="0" presId="urn:microsoft.com/office/officeart/2018/2/layout/IconVerticalSolidList"/>
    <dgm:cxn modelId="{311BD981-B07F-4C68-B3B4-6B8FDC5FC4FF}" type="presParOf" srcId="{B0D72BDC-ABC2-4A6F-A26A-BA30A9633F97}" destId="{F5E7DCBD-7FF5-424D-AC53-C79FBF98EE9A}" srcOrd="3" destOrd="0" presId="urn:microsoft.com/office/officeart/2018/2/layout/IconVerticalSolidList"/>
    <dgm:cxn modelId="{096931A1-A627-44C5-9A5B-96C356317180}" type="presParOf" srcId="{B0D72BDC-ABC2-4A6F-A26A-BA30A9633F97}" destId="{5385A70C-F419-423E-A9C8-014063812895}" srcOrd="4" destOrd="0" presId="urn:microsoft.com/office/officeart/2018/2/layout/IconVerticalSolidList"/>
    <dgm:cxn modelId="{FB3568CD-091E-4C3F-9D19-EAD9A4BA0355}" type="presParOf" srcId="{5385A70C-F419-423E-A9C8-014063812895}" destId="{817BA95E-4EFD-4ABF-BCCC-774D2DF622F4}" srcOrd="0" destOrd="0" presId="urn:microsoft.com/office/officeart/2018/2/layout/IconVerticalSolidList"/>
    <dgm:cxn modelId="{A6E15251-79BB-48BE-91A6-C1BAD9225163}" type="presParOf" srcId="{5385A70C-F419-423E-A9C8-014063812895}" destId="{FB7E2CC4-140E-4396-842B-3A1E127E6E31}" srcOrd="1" destOrd="0" presId="urn:microsoft.com/office/officeart/2018/2/layout/IconVerticalSolidList"/>
    <dgm:cxn modelId="{3809DED4-1418-4CDE-90D9-8E8C6C19BED3}" type="presParOf" srcId="{5385A70C-F419-423E-A9C8-014063812895}" destId="{5E4CC43A-6605-4E16-A335-66F5F4B9AD06}" srcOrd="2" destOrd="0" presId="urn:microsoft.com/office/officeart/2018/2/layout/IconVerticalSolidList"/>
    <dgm:cxn modelId="{C6AC7D71-9100-4C90-BE8B-372A02154312}" type="presParOf" srcId="{5385A70C-F419-423E-A9C8-014063812895}" destId="{76883A04-6749-4A76-8824-00FE82FFAADF}" srcOrd="3" destOrd="0" presId="urn:microsoft.com/office/officeart/2018/2/layout/IconVerticalSolidList"/>
    <dgm:cxn modelId="{A29D4A9F-F9A7-4603-A302-F8EF731F800C}" type="presParOf" srcId="{B0D72BDC-ABC2-4A6F-A26A-BA30A9633F97}" destId="{6A3226F8-781B-4A6F-9E27-7F613DF088AD}" srcOrd="5" destOrd="0" presId="urn:microsoft.com/office/officeart/2018/2/layout/IconVerticalSolidList"/>
    <dgm:cxn modelId="{A3294231-1A2A-4BF9-AD35-F3D43D9AEDEB}" type="presParOf" srcId="{B0D72BDC-ABC2-4A6F-A26A-BA30A9633F97}" destId="{F05AC05A-54C7-4747-A38A-11519216A241}" srcOrd="6" destOrd="0" presId="urn:microsoft.com/office/officeart/2018/2/layout/IconVerticalSolidList"/>
    <dgm:cxn modelId="{7133FD30-3EA1-4D2F-80F7-1BB68C870F50}" type="presParOf" srcId="{F05AC05A-54C7-4747-A38A-11519216A241}" destId="{08362042-97EA-4107-B920-15D99E16DA91}" srcOrd="0" destOrd="0" presId="urn:microsoft.com/office/officeart/2018/2/layout/IconVerticalSolidList"/>
    <dgm:cxn modelId="{5773EA9D-5DFF-4412-81E5-0134AB5EBCD9}" type="presParOf" srcId="{F05AC05A-54C7-4747-A38A-11519216A241}" destId="{398D768C-155D-4876-8074-573CE2DDC801}" srcOrd="1" destOrd="0" presId="urn:microsoft.com/office/officeart/2018/2/layout/IconVerticalSolidList"/>
    <dgm:cxn modelId="{5284FC81-4B60-4597-A019-6FCDE848D503}" type="presParOf" srcId="{F05AC05A-54C7-4747-A38A-11519216A241}" destId="{4E3FFF6F-B681-40E0-A367-74D154D94353}" srcOrd="2" destOrd="0" presId="urn:microsoft.com/office/officeart/2018/2/layout/IconVerticalSolidList"/>
    <dgm:cxn modelId="{1E6F3B7F-7868-4094-902C-121A8C4B7F29}" type="presParOf" srcId="{F05AC05A-54C7-4747-A38A-11519216A241}" destId="{F7F7E504-DD69-406E-96ED-2C24832B9DD4}" srcOrd="3" destOrd="0" presId="urn:microsoft.com/office/officeart/2018/2/layout/IconVerticalSolidList"/>
    <dgm:cxn modelId="{2683ECC1-5D16-4EAC-875C-97520631E2F0}" type="presParOf" srcId="{B0D72BDC-ABC2-4A6F-A26A-BA30A9633F97}" destId="{13F61B23-40CA-4086-84A3-E3929946357A}" srcOrd="7" destOrd="0" presId="urn:microsoft.com/office/officeart/2018/2/layout/IconVerticalSolidList"/>
    <dgm:cxn modelId="{0F1206CA-2711-40E0-8BD9-42A7FF9A0EA9}" type="presParOf" srcId="{B0D72BDC-ABC2-4A6F-A26A-BA30A9633F97}" destId="{C93C8951-DEE6-4C89-B673-BB126E5F6348}" srcOrd="8" destOrd="0" presId="urn:microsoft.com/office/officeart/2018/2/layout/IconVerticalSolidList"/>
    <dgm:cxn modelId="{712F4D54-3E09-4314-A99C-88785A29D70A}" type="presParOf" srcId="{C93C8951-DEE6-4C89-B673-BB126E5F6348}" destId="{5E61EFC6-5EF1-4020-92D6-6277A439C331}" srcOrd="0" destOrd="0" presId="urn:microsoft.com/office/officeart/2018/2/layout/IconVerticalSolidList"/>
    <dgm:cxn modelId="{014B24E4-824A-4783-96EC-446E60AAFF51}" type="presParOf" srcId="{C93C8951-DEE6-4C89-B673-BB126E5F6348}" destId="{B72C10D8-E1CB-4ADD-9117-C29B98864604}" srcOrd="1" destOrd="0" presId="urn:microsoft.com/office/officeart/2018/2/layout/IconVerticalSolidList"/>
    <dgm:cxn modelId="{4BB85A2F-C1FF-45B3-B15E-885B190B3E85}" type="presParOf" srcId="{C93C8951-DEE6-4C89-B673-BB126E5F6348}" destId="{8EED3EAC-8CF8-4014-8B7F-3C5A4157FB9D}" srcOrd="2" destOrd="0" presId="urn:microsoft.com/office/officeart/2018/2/layout/IconVerticalSolidList"/>
    <dgm:cxn modelId="{C154C3F0-7D9A-46D5-9CB6-1F71569BDADB}" type="presParOf" srcId="{C93C8951-DEE6-4C89-B673-BB126E5F6348}" destId="{F45128E6-EC00-458D-BA44-EBAF19B01E04}" srcOrd="3" destOrd="0" presId="urn:microsoft.com/office/officeart/2018/2/layout/IconVerticalSolidList"/>
    <dgm:cxn modelId="{033E4E8D-97E1-46E4-B765-5CFC2EFC322B}" type="presParOf" srcId="{B0D72BDC-ABC2-4A6F-A26A-BA30A9633F97}" destId="{6D37E01E-D422-4799-A0CE-918806FB7EC4}" srcOrd="9" destOrd="0" presId="urn:microsoft.com/office/officeart/2018/2/layout/IconVerticalSolidList"/>
    <dgm:cxn modelId="{A1833831-A90A-4E98-B967-47562319ABF6}" type="presParOf" srcId="{B0D72BDC-ABC2-4A6F-A26A-BA30A9633F97}" destId="{D954DE9E-0C44-44A9-B575-18329BA33FDB}" srcOrd="10" destOrd="0" presId="urn:microsoft.com/office/officeart/2018/2/layout/IconVerticalSolidList"/>
    <dgm:cxn modelId="{7854E60B-6D08-4EE6-A245-447917C6EE4F}" type="presParOf" srcId="{D954DE9E-0C44-44A9-B575-18329BA33FDB}" destId="{3E81E1B7-9D92-49A9-AF21-BD96CE9AE8A5}" srcOrd="0" destOrd="0" presId="urn:microsoft.com/office/officeart/2018/2/layout/IconVerticalSolidList"/>
    <dgm:cxn modelId="{069014E9-354D-45B8-AEE1-494F6EB369AA}" type="presParOf" srcId="{D954DE9E-0C44-44A9-B575-18329BA33FDB}" destId="{5CD02E79-683C-4A8F-916A-E9F5660511E6}" srcOrd="1" destOrd="0" presId="urn:microsoft.com/office/officeart/2018/2/layout/IconVerticalSolidList"/>
    <dgm:cxn modelId="{CEC11637-89EB-4323-8711-DD390F976A2E}" type="presParOf" srcId="{D954DE9E-0C44-44A9-B575-18329BA33FDB}" destId="{6D4162AF-35AD-49B6-8828-D41BD02D95B1}" srcOrd="2" destOrd="0" presId="urn:microsoft.com/office/officeart/2018/2/layout/IconVerticalSolidList"/>
    <dgm:cxn modelId="{170457C0-F061-4D88-9209-50578C0143BD}" type="presParOf" srcId="{D954DE9E-0C44-44A9-B575-18329BA33FDB}" destId="{36831303-B760-48CF-BFBB-C51F241CD3DD}" srcOrd="3" destOrd="0" presId="urn:microsoft.com/office/officeart/2018/2/layout/IconVerticalSolidList"/>
    <dgm:cxn modelId="{85EEE864-9252-41C1-8A85-576653C07881}" type="presParOf" srcId="{B0D72BDC-ABC2-4A6F-A26A-BA30A9633F97}" destId="{E4E851D2-1CFA-49C5-8BD9-AA976C96CE3D}" srcOrd="11" destOrd="0" presId="urn:microsoft.com/office/officeart/2018/2/layout/IconVerticalSolidList"/>
    <dgm:cxn modelId="{4EB98670-B5EC-4259-A01F-A846F79CB6A4}" type="presParOf" srcId="{B0D72BDC-ABC2-4A6F-A26A-BA30A9633F97}" destId="{DC9EC96B-7635-4E82-8195-BE0D2B733D60}" srcOrd="12" destOrd="0" presId="urn:microsoft.com/office/officeart/2018/2/layout/IconVerticalSolidList"/>
    <dgm:cxn modelId="{FA808B3D-2D13-4D08-96AC-11F0E9BCE534}" type="presParOf" srcId="{DC9EC96B-7635-4E82-8195-BE0D2B733D60}" destId="{88F28853-948A-4796-976F-6E4CDB5C319F}" srcOrd="0" destOrd="0" presId="urn:microsoft.com/office/officeart/2018/2/layout/IconVerticalSolidList"/>
    <dgm:cxn modelId="{2EC29F21-94DC-44C4-A4F3-BA3DC53FABFB}" type="presParOf" srcId="{DC9EC96B-7635-4E82-8195-BE0D2B733D60}" destId="{55C7444F-5A2C-4671-8644-B5A44837CD26}" srcOrd="1" destOrd="0" presId="urn:microsoft.com/office/officeart/2018/2/layout/IconVerticalSolidList"/>
    <dgm:cxn modelId="{1B73D881-07C3-4926-B79B-DFF4F2280766}" type="presParOf" srcId="{DC9EC96B-7635-4E82-8195-BE0D2B733D60}" destId="{7E6E8991-0051-45FE-AD86-78960CC5B453}" srcOrd="2" destOrd="0" presId="urn:microsoft.com/office/officeart/2018/2/layout/IconVerticalSolidList"/>
    <dgm:cxn modelId="{FD253070-CB9E-40D6-92B5-82B4BA77684D}" type="presParOf" srcId="{DC9EC96B-7635-4E82-8195-BE0D2B733D60}" destId="{B2FD9D66-0CCB-4B02-A174-4923BB51AF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788FD6-1485-4365-9457-EA0E1DA7EF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16BED9D-EA0E-4A52-A7A0-46A8AFADD732}">
      <dgm:prSet/>
      <dgm:spPr/>
      <dgm:t>
        <a:bodyPr/>
        <a:lstStyle/>
        <a:p>
          <a:r>
            <a:rPr lang="en-US"/>
            <a:t>Overview:</a:t>
          </a:r>
        </a:p>
      </dgm:t>
    </dgm:pt>
    <dgm:pt modelId="{F8656130-F773-4FF5-9C45-CF791871F643}" type="parTrans" cxnId="{7CB499CE-28E7-44F8-9684-05338633EED5}">
      <dgm:prSet/>
      <dgm:spPr/>
      <dgm:t>
        <a:bodyPr/>
        <a:lstStyle/>
        <a:p>
          <a:endParaRPr lang="en-US"/>
        </a:p>
      </dgm:t>
    </dgm:pt>
    <dgm:pt modelId="{92589BCF-37C4-4595-8A6C-3C102FF84E9D}" type="sibTrans" cxnId="{7CB499CE-28E7-44F8-9684-05338633EED5}">
      <dgm:prSet/>
      <dgm:spPr/>
      <dgm:t>
        <a:bodyPr/>
        <a:lstStyle/>
        <a:p>
          <a:endParaRPr lang="en-US"/>
        </a:p>
      </dgm:t>
    </dgm:pt>
    <dgm:pt modelId="{2D497D6C-19EE-4CE3-9CDC-8169E44F9BED}">
      <dgm:prSet/>
      <dgm:spPr/>
      <dgm:t>
        <a:bodyPr/>
        <a:lstStyle/>
        <a:p>
          <a:r>
            <a:rPr lang="en-US" b="1"/>
            <a:t>Step 1</a:t>
          </a:r>
          <a:r>
            <a:rPr lang="en-US"/>
            <a:t>: User Registration</a:t>
          </a:r>
        </a:p>
      </dgm:t>
    </dgm:pt>
    <dgm:pt modelId="{5FA0D8B9-38DC-4EF1-9019-5EEF89A2C920}" type="parTrans" cxnId="{23C798E0-D920-4902-A1B3-41F0789E7855}">
      <dgm:prSet/>
      <dgm:spPr/>
      <dgm:t>
        <a:bodyPr/>
        <a:lstStyle/>
        <a:p>
          <a:endParaRPr lang="en-US"/>
        </a:p>
      </dgm:t>
    </dgm:pt>
    <dgm:pt modelId="{23DA45C8-D921-476B-95C7-66794BF31BAD}" type="sibTrans" cxnId="{23C798E0-D920-4902-A1B3-41F0789E7855}">
      <dgm:prSet/>
      <dgm:spPr/>
      <dgm:t>
        <a:bodyPr/>
        <a:lstStyle/>
        <a:p>
          <a:endParaRPr lang="en-US"/>
        </a:p>
      </dgm:t>
    </dgm:pt>
    <dgm:pt modelId="{6F9A250D-AC41-4A31-9D19-ADE1D8C4E4EE}">
      <dgm:prSet/>
      <dgm:spPr/>
      <dgm:t>
        <a:bodyPr/>
        <a:lstStyle/>
        <a:p>
          <a:r>
            <a:rPr lang="en-US" b="1"/>
            <a:t>Step 2</a:t>
          </a:r>
          <a:r>
            <a:rPr lang="en-US"/>
            <a:t>: User Login </a:t>
          </a:r>
        </a:p>
      </dgm:t>
    </dgm:pt>
    <dgm:pt modelId="{A0044EDE-9B9B-49FC-A752-4A90009B0563}" type="parTrans" cxnId="{E0ADB79B-7A31-40C3-BB8C-79239E80F20B}">
      <dgm:prSet/>
      <dgm:spPr/>
      <dgm:t>
        <a:bodyPr/>
        <a:lstStyle/>
        <a:p>
          <a:endParaRPr lang="en-US"/>
        </a:p>
      </dgm:t>
    </dgm:pt>
    <dgm:pt modelId="{41852230-3EAE-454B-9459-870A07C1E340}" type="sibTrans" cxnId="{E0ADB79B-7A31-40C3-BB8C-79239E80F20B}">
      <dgm:prSet/>
      <dgm:spPr/>
      <dgm:t>
        <a:bodyPr/>
        <a:lstStyle/>
        <a:p>
          <a:endParaRPr lang="en-US"/>
        </a:p>
      </dgm:t>
    </dgm:pt>
    <dgm:pt modelId="{3C7D36AF-20E2-4A6F-B121-301F542428D6}">
      <dgm:prSet/>
      <dgm:spPr/>
      <dgm:t>
        <a:bodyPr/>
        <a:lstStyle/>
        <a:p>
          <a:r>
            <a:rPr lang="en-US" b="1"/>
            <a:t>Step 3</a:t>
          </a:r>
          <a:r>
            <a:rPr lang="en-US"/>
            <a:t>: Add Products to Store</a:t>
          </a:r>
        </a:p>
      </dgm:t>
    </dgm:pt>
    <dgm:pt modelId="{82844296-2527-48EA-95BD-A715C9FAD440}" type="parTrans" cxnId="{BDAD81C9-8047-45A5-B6C2-33FA4CC50F1F}">
      <dgm:prSet/>
      <dgm:spPr/>
      <dgm:t>
        <a:bodyPr/>
        <a:lstStyle/>
        <a:p>
          <a:endParaRPr lang="en-US"/>
        </a:p>
      </dgm:t>
    </dgm:pt>
    <dgm:pt modelId="{0B9352CF-DF79-40AB-AB51-67B835F981A7}" type="sibTrans" cxnId="{BDAD81C9-8047-45A5-B6C2-33FA4CC50F1F}">
      <dgm:prSet/>
      <dgm:spPr/>
      <dgm:t>
        <a:bodyPr/>
        <a:lstStyle/>
        <a:p>
          <a:endParaRPr lang="en-US"/>
        </a:p>
      </dgm:t>
    </dgm:pt>
    <dgm:pt modelId="{0E967B99-53E4-49DA-B600-0D80E6FBA493}">
      <dgm:prSet/>
      <dgm:spPr/>
      <dgm:t>
        <a:bodyPr/>
        <a:lstStyle/>
        <a:p>
          <a:r>
            <a:rPr lang="en-US" b="1"/>
            <a:t>Step 4</a:t>
          </a:r>
          <a:r>
            <a:rPr lang="en-US"/>
            <a:t>: View Available Products</a:t>
          </a:r>
        </a:p>
      </dgm:t>
    </dgm:pt>
    <dgm:pt modelId="{5910AAFB-C55D-4485-9F24-489D125BF16D}" type="parTrans" cxnId="{9B0F999F-FFE4-40BB-AB42-269C68C0F564}">
      <dgm:prSet/>
      <dgm:spPr/>
      <dgm:t>
        <a:bodyPr/>
        <a:lstStyle/>
        <a:p>
          <a:endParaRPr lang="en-US"/>
        </a:p>
      </dgm:t>
    </dgm:pt>
    <dgm:pt modelId="{11F55D52-8434-463F-9259-2981DE5434BF}" type="sibTrans" cxnId="{9B0F999F-FFE4-40BB-AB42-269C68C0F564}">
      <dgm:prSet/>
      <dgm:spPr/>
      <dgm:t>
        <a:bodyPr/>
        <a:lstStyle/>
        <a:p>
          <a:endParaRPr lang="en-US"/>
        </a:p>
      </dgm:t>
    </dgm:pt>
    <dgm:pt modelId="{1040D3F5-55A5-4766-AE26-2508EED85C09}">
      <dgm:prSet/>
      <dgm:spPr/>
      <dgm:t>
        <a:bodyPr/>
        <a:lstStyle/>
        <a:p>
          <a:r>
            <a:rPr lang="en-US" b="1"/>
            <a:t>Step 5</a:t>
          </a:r>
          <a:r>
            <a:rPr lang="en-US"/>
            <a:t>: Place an Order</a:t>
          </a:r>
        </a:p>
      </dgm:t>
    </dgm:pt>
    <dgm:pt modelId="{924B7309-622C-4999-86A9-2642488F9D2A}" type="parTrans" cxnId="{254BC960-C08A-479F-8592-D4B328DB5D1C}">
      <dgm:prSet/>
      <dgm:spPr/>
      <dgm:t>
        <a:bodyPr/>
        <a:lstStyle/>
        <a:p>
          <a:endParaRPr lang="en-US"/>
        </a:p>
      </dgm:t>
    </dgm:pt>
    <dgm:pt modelId="{51A6A6C2-5516-4936-8A82-6AD9EFFF0C04}" type="sibTrans" cxnId="{254BC960-C08A-479F-8592-D4B328DB5D1C}">
      <dgm:prSet/>
      <dgm:spPr/>
      <dgm:t>
        <a:bodyPr/>
        <a:lstStyle/>
        <a:p>
          <a:endParaRPr lang="en-US"/>
        </a:p>
      </dgm:t>
    </dgm:pt>
    <dgm:pt modelId="{0EC3D685-57C6-48EA-9D07-476AC81C31D1}">
      <dgm:prSet/>
      <dgm:spPr/>
      <dgm:t>
        <a:bodyPr/>
        <a:lstStyle/>
        <a:p>
          <a:r>
            <a:rPr lang="en-US" b="1"/>
            <a:t>Step 6</a:t>
          </a:r>
          <a:r>
            <a:rPr lang="en-US"/>
            <a:t>: View User's Order History</a:t>
          </a:r>
        </a:p>
      </dgm:t>
    </dgm:pt>
    <dgm:pt modelId="{413BDB07-2414-455C-8FFD-03237EFEEFBE}" type="parTrans" cxnId="{A0788FB2-57EC-4337-9E28-FCE2D5478772}">
      <dgm:prSet/>
      <dgm:spPr/>
      <dgm:t>
        <a:bodyPr/>
        <a:lstStyle/>
        <a:p>
          <a:endParaRPr lang="en-US"/>
        </a:p>
      </dgm:t>
    </dgm:pt>
    <dgm:pt modelId="{A754CE11-30E0-43E8-92CD-CB8D58B6CCBF}" type="sibTrans" cxnId="{A0788FB2-57EC-4337-9E28-FCE2D5478772}">
      <dgm:prSet/>
      <dgm:spPr/>
      <dgm:t>
        <a:bodyPr/>
        <a:lstStyle/>
        <a:p>
          <a:endParaRPr lang="en-US"/>
        </a:p>
      </dgm:t>
    </dgm:pt>
    <dgm:pt modelId="{8BB318CA-027D-4FBA-B135-31411229DFD1}" type="pres">
      <dgm:prSet presAssocID="{75788FD6-1485-4365-9457-EA0E1DA7EFCE}" presName="diagram" presStyleCnt="0">
        <dgm:presLayoutVars>
          <dgm:dir/>
          <dgm:resizeHandles val="exact"/>
        </dgm:presLayoutVars>
      </dgm:prSet>
      <dgm:spPr/>
    </dgm:pt>
    <dgm:pt modelId="{3C3DB63E-E3DD-471C-91CE-F78359CF0987}" type="pres">
      <dgm:prSet presAssocID="{916BED9D-EA0E-4A52-A7A0-46A8AFADD732}" presName="node" presStyleLbl="node1" presStyleIdx="0" presStyleCnt="7">
        <dgm:presLayoutVars>
          <dgm:bulletEnabled val="1"/>
        </dgm:presLayoutVars>
      </dgm:prSet>
      <dgm:spPr/>
    </dgm:pt>
    <dgm:pt modelId="{9F9E222E-5A8D-4DD0-864F-F5AEBDB2140A}" type="pres">
      <dgm:prSet presAssocID="{92589BCF-37C4-4595-8A6C-3C102FF84E9D}" presName="sibTrans" presStyleCnt="0"/>
      <dgm:spPr/>
    </dgm:pt>
    <dgm:pt modelId="{0C5B92EC-BE2E-407F-929B-1C9AC9F8DF1B}" type="pres">
      <dgm:prSet presAssocID="{2D497D6C-19EE-4CE3-9CDC-8169E44F9BED}" presName="node" presStyleLbl="node1" presStyleIdx="1" presStyleCnt="7">
        <dgm:presLayoutVars>
          <dgm:bulletEnabled val="1"/>
        </dgm:presLayoutVars>
      </dgm:prSet>
      <dgm:spPr/>
    </dgm:pt>
    <dgm:pt modelId="{93F2BC2A-47B1-4FDD-8020-779F17DC191C}" type="pres">
      <dgm:prSet presAssocID="{23DA45C8-D921-476B-95C7-66794BF31BAD}" presName="sibTrans" presStyleCnt="0"/>
      <dgm:spPr/>
    </dgm:pt>
    <dgm:pt modelId="{AC1A90CB-B79A-4FA0-9717-588BC8F838EE}" type="pres">
      <dgm:prSet presAssocID="{6F9A250D-AC41-4A31-9D19-ADE1D8C4E4EE}" presName="node" presStyleLbl="node1" presStyleIdx="2" presStyleCnt="7">
        <dgm:presLayoutVars>
          <dgm:bulletEnabled val="1"/>
        </dgm:presLayoutVars>
      </dgm:prSet>
      <dgm:spPr/>
    </dgm:pt>
    <dgm:pt modelId="{81C7B227-8334-4595-A1CB-BD5EFBD17D19}" type="pres">
      <dgm:prSet presAssocID="{41852230-3EAE-454B-9459-870A07C1E340}" presName="sibTrans" presStyleCnt="0"/>
      <dgm:spPr/>
    </dgm:pt>
    <dgm:pt modelId="{C98D814D-C481-4692-8024-4CED21B444A7}" type="pres">
      <dgm:prSet presAssocID="{3C7D36AF-20E2-4A6F-B121-301F542428D6}" presName="node" presStyleLbl="node1" presStyleIdx="3" presStyleCnt="7">
        <dgm:presLayoutVars>
          <dgm:bulletEnabled val="1"/>
        </dgm:presLayoutVars>
      </dgm:prSet>
      <dgm:spPr/>
    </dgm:pt>
    <dgm:pt modelId="{965B6A91-CA82-4EE6-B0E8-8FA6A016BA85}" type="pres">
      <dgm:prSet presAssocID="{0B9352CF-DF79-40AB-AB51-67B835F981A7}" presName="sibTrans" presStyleCnt="0"/>
      <dgm:spPr/>
    </dgm:pt>
    <dgm:pt modelId="{74362046-E36E-4079-A3D3-567CD8FE0A11}" type="pres">
      <dgm:prSet presAssocID="{0E967B99-53E4-49DA-B600-0D80E6FBA493}" presName="node" presStyleLbl="node1" presStyleIdx="4" presStyleCnt="7">
        <dgm:presLayoutVars>
          <dgm:bulletEnabled val="1"/>
        </dgm:presLayoutVars>
      </dgm:prSet>
      <dgm:spPr/>
    </dgm:pt>
    <dgm:pt modelId="{6D0AD166-8C7E-44E2-A5D1-CA377735CD9C}" type="pres">
      <dgm:prSet presAssocID="{11F55D52-8434-463F-9259-2981DE5434BF}" presName="sibTrans" presStyleCnt="0"/>
      <dgm:spPr/>
    </dgm:pt>
    <dgm:pt modelId="{D0709009-54B1-4733-A0C6-867376777E54}" type="pres">
      <dgm:prSet presAssocID="{1040D3F5-55A5-4766-AE26-2508EED85C09}" presName="node" presStyleLbl="node1" presStyleIdx="5" presStyleCnt="7">
        <dgm:presLayoutVars>
          <dgm:bulletEnabled val="1"/>
        </dgm:presLayoutVars>
      </dgm:prSet>
      <dgm:spPr/>
    </dgm:pt>
    <dgm:pt modelId="{8B7634B4-7C3D-46BB-BE9E-5B9A201B2190}" type="pres">
      <dgm:prSet presAssocID="{51A6A6C2-5516-4936-8A82-6AD9EFFF0C04}" presName="sibTrans" presStyleCnt="0"/>
      <dgm:spPr/>
    </dgm:pt>
    <dgm:pt modelId="{1744F0A5-2CB1-4977-AFFB-E1AF73803555}" type="pres">
      <dgm:prSet presAssocID="{0EC3D685-57C6-48EA-9D07-476AC81C31D1}" presName="node" presStyleLbl="node1" presStyleIdx="6" presStyleCnt="7">
        <dgm:presLayoutVars>
          <dgm:bulletEnabled val="1"/>
        </dgm:presLayoutVars>
      </dgm:prSet>
      <dgm:spPr/>
    </dgm:pt>
  </dgm:ptLst>
  <dgm:cxnLst>
    <dgm:cxn modelId="{3A45C920-AC89-4D49-893B-3A4028B15A8D}" type="presOf" srcId="{3C7D36AF-20E2-4A6F-B121-301F542428D6}" destId="{C98D814D-C481-4692-8024-4CED21B444A7}" srcOrd="0" destOrd="0" presId="urn:microsoft.com/office/officeart/2005/8/layout/default"/>
    <dgm:cxn modelId="{254BC960-C08A-479F-8592-D4B328DB5D1C}" srcId="{75788FD6-1485-4365-9457-EA0E1DA7EFCE}" destId="{1040D3F5-55A5-4766-AE26-2508EED85C09}" srcOrd="5" destOrd="0" parTransId="{924B7309-622C-4999-86A9-2642488F9D2A}" sibTransId="{51A6A6C2-5516-4936-8A82-6AD9EFFF0C04}"/>
    <dgm:cxn modelId="{81E5EC45-FA10-4ECE-BC41-3CD76EE65CDD}" type="presOf" srcId="{75788FD6-1485-4365-9457-EA0E1DA7EFCE}" destId="{8BB318CA-027D-4FBA-B135-31411229DFD1}" srcOrd="0" destOrd="0" presId="urn:microsoft.com/office/officeart/2005/8/layout/default"/>
    <dgm:cxn modelId="{5D85936A-57AE-4C5D-8030-4CE480E0E2F1}" type="presOf" srcId="{916BED9D-EA0E-4A52-A7A0-46A8AFADD732}" destId="{3C3DB63E-E3DD-471C-91CE-F78359CF0987}" srcOrd="0" destOrd="0" presId="urn:microsoft.com/office/officeart/2005/8/layout/default"/>
    <dgm:cxn modelId="{E26A0599-B9FB-4ACA-A7A3-742E68AA9C9D}" type="presOf" srcId="{6F9A250D-AC41-4A31-9D19-ADE1D8C4E4EE}" destId="{AC1A90CB-B79A-4FA0-9717-588BC8F838EE}" srcOrd="0" destOrd="0" presId="urn:microsoft.com/office/officeart/2005/8/layout/default"/>
    <dgm:cxn modelId="{E0ADB79B-7A31-40C3-BB8C-79239E80F20B}" srcId="{75788FD6-1485-4365-9457-EA0E1DA7EFCE}" destId="{6F9A250D-AC41-4A31-9D19-ADE1D8C4E4EE}" srcOrd="2" destOrd="0" parTransId="{A0044EDE-9B9B-49FC-A752-4A90009B0563}" sibTransId="{41852230-3EAE-454B-9459-870A07C1E340}"/>
    <dgm:cxn modelId="{9B0F999F-FFE4-40BB-AB42-269C68C0F564}" srcId="{75788FD6-1485-4365-9457-EA0E1DA7EFCE}" destId="{0E967B99-53E4-49DA-B600-0D80E6FBA493}" srcOrd="4" destOrd="0" parTransId="{5910AAFB-C55D-4485-9F24-489D125BF16D}" sibTransId="{11F55D52-8434-463F-9259-2981DE5434BF}"/>
    <dgm:cxn modelId="{A0788FB2-57EC-4337-9E28-FCE2D5478772}" srcId="{75788FD6-1485-4365-9457-EA0E1DA7EFCE}" destId="{0EC3D685-57C6-48EA-9D07-476AC81C31D1}" srcOrd="6" destOrd="0" parTransId="{413BDB07-2414-455C-8FFD-03237EFEEFBE}" sibTransId="{A754CE11-30E0-43E8-92CD-CB8D58B6CCBF}"/>
    <dgm:cxn modelId="{B0C57BC8-C575-425C-9721-797C8BAA8E42}" type="presOf" srcId="{1040D3F5-55A5-4766-AE26-2508EED85C09}" destId="{D0709009-54B1-4733-A0C6-867376777E54}" srcOrd="0" destOrd="0" presId="urn:microsoft.com/office/officeart/2005/8/layout/default"/>
    <dgm:cxn modelId="{BDAD81C9-8047-45A5-B6C2-33FA4CC50F1F}" srcId="{75788FD6-1485-4365-9457-EA0E1DA7EFCE}" destId="{3C7D36AF-20E2-4A6F-B121-301F542428D6}" srcOrd="3" destOrd="0" parTransId="{82844296-2527-48EA-95BD-A715C9FAD440}" sibTransId="{0B9352CF-DF79-40AB-AB51-67B835F981A7}"/>
    <dgm:cxn modelId="{7CB499CE-28E7-44F8-9684-05338633EED5}" srcId="{75788FD6-1485-4365-9457-EA0E1DA7EFCE}" destId="{916BED9D-EA0E-4A52-A7A0-46A8AFADD732}" srcOrd="0" destOrd="0" parTransId="{F8656130-F773-4FF5-9C45-CF791871F643}" sibTransId="{92589BCF-37C4-4595-8A6C-3C102FF84E9D}"/>
    <dgm:cxn modelId="{3E179EDC-AA68-4B96-9482-A5B1C927DC99}" type="presOf" srcId="{0EC3D685-57C6-48EA-9D07-476AC81C31D1}" destId="{1744F0A5-2CB1-4977-AFFB-E1AF73803555}" srcOrd="0" destOrd="0" presId="urn:microsoft.com/office/officeart/2005/8/layout/default"/>
    <dgm:cxn modelId="{23C798E0-D920-4902-A1B3-41F0789E7855}" srcId="{75788FD6-1485-4365-9457-EA0E1DA7EFCE}" destId="{2D497D6C-19EE-4CE3-9CDC-8169E44F9BED}" srcOrd="1" destOrd="0" parTransId="{5FA0D8B9-38DC-4EF1-9019-5EEF89A2C920}" sibTransId="{23DA45C8-D921-476B-95C7-66794BF31BAD}"/>
    <dgm:cxn modelId="{566553EE-47F1-4DC5-9554-E8A4BE675161}" type="presOf" srcId="{2D497D6C-19EE-4CE3-9CDC-8169E44F9BED}" destId="{0C5B92EC-BE2E-407F-929B-1C9AC9F8DF1B}" srcOrd="0" destOrd="0" presId="urn:microsoft.com/office/officeart/2005/8/layout/default"/>
    <dgm:cxn modelId="{54BF43FA-3D91-4DFF-8342-825EBAF6BA20}" type="presOf" srcId="{0E967B99-53E4-49DA-B600-0D80E6FBA493}" destId="{74362046-E36E-4079-A3D3-567CD8FE0A11}" srcOrd="0" destOrd="0" presId="urn:microsoft.com/office/officeart/2005/8/layout/default"/>
    <dgm:cxn modelId="{28BDFAC4-F6AE-4AF2-83A6-26473ED31E1E}" type="presParOf" srcId="{8BB318CA-027D-4FBA-B135-31411229DFD1}" destId="{3C3DB63E-E3DD-471C-91CE-F78359CF0987}" srcOrd="0" destOrd="0" presId="urn:microsoft.com/office/officeart/2005/8/layout/default"/>
    <dgm:cxn modelId="{F40E26FE-486A-4BAE-998D-26C6584610F4}" type="presParOf" srcId="{8BB318CA-027D-4FBA-B135-31411229DFD1}" destId="{9F9E222E-5A8D-4DD0-864F-F5AEBDB2140A}" srcOrd="1" destOrd="0" presId="urn:microsoft.com/office/officeart/2005/8/layout/default"/>
    <dgm:cxn modelId="{45893CE1-51DF-4523-AFEB-512D4491999B}" type="presParOf" srcId="{8BB318CA-027D-4FBA-B135-31411229DFD1}" destId="{0C5B92EC-BE2E-407F-929B-1C9AC9F8DF1B}" srcOrd="2" destOrd="0" presId="urn:microsoft.com/office/officeart/2005/8/layout/default"/>
    <dgm:cxn modelId="{CA76C162-5BD1-478A-9040-BFCCF291681D}" type="presParOf" srcId="{8BB318CA-027D-4FBA-B135-31411229DFD1}" destId="{93F2BC2A-47B1-4FDD-8020-779F17DC191C}" srcOrd="3" destOrd="0" presId="urn:microsoft.com/office/officeart/2005/8/layout/default"/>
    <dgm:cxn modelId="{B1B6B657-3ED1-4026-8C9C-547EB0F3E515}" type="presParOf" srcId="{8BB318CA-027D-4FBA-B135-31411229DFD1}" destId="{AC1A90CB-B79A-4FA0-9717-588BC8F838EE}" srcOrd="4" destOrd="0" presId="urn:microsoft.com/office/officeart/2005/8/layout/default"/>
    <dgm:cxn modelId="{9A0F7FE9-9FA6-4FC9-93C0-728C0A25CE1D}" type="presParOf" srcId="{8BB318CA-027D-4FBA-B135-31411229DFD1}" destId="{81C7B227-8334-4595-A1CB-BD5EFBD17D19}" srcOrd="5" destOrd="0" presId="urn:microsoft.com/office/officeart/2005/8/layout/default"/>
    <dgm:cxn modelId="{7774E6D4-947A-4BA2-9177-C10FE8B689F7}" type="presParOf" srcId="{8BB318CA-027D-4FBA-B135-31411229DFD1}" destId="{C98D814D-C481-4692-8024-4CED21B444A7}" srcOrd="6" destOrd="0" presId="urn:microsoft.com/office/officeart/2005/8/layout/default"/>
    <dgm:cxn modelId="{2F22EB9D-964B-4A7F-AF86-CF891360D829}" type="presParOf" srcId="{8BB318CA-027D-4FBA-B135-31411229DFD1}" destId="{965B6A91-CA82-4EE6-B0E8-8FA6A016BA85}" srcOrd="7" destOrd="0" presId="urn:microsoft.com/office/officeart/2005/8/layout/default"/>
    <dgm:cxn modelId="{BAB66BDD-C361-40B2-B291-6B2F4B5C7724}" type="presParOf" srcId="{8BB318CA-027D-4FBA-B135-31411229DFD1}" destId="{74362046-E36E-4079-A3D3-567CD8FE0A11}" srcOrd="8" destOrd="0" presId="urn:microsoft.com/office/officeart/2005/8/layout/default"/>
    <dgm:cxn modelId="{4460E40E-7022-471C-8B06-C597EBC1442C}" type="presParOf" srcId="{8BB318CA-027D-4FBA-B135-31411229DFD1}" destId="{6D0AD166-8C7E-44E2-A5D1-CA377735CD9C}" srcOrd="9" destOrd="0" presId="urn:microsoft.com/office/officeart/2005/8/layout/default"/>
    <dgm:cxn modelId="{DC75B9A4-00BB-4B8E-8B0B-176475651EA3}" type="presParOf" srcId="{8BB318CA-027D-4FBA-B135-31411229DFD1}" destId="{D0709009-54B1-4733-A0C6-867376777E54}" srcOrd="10" destOrd="0" presId="urn:microsoft.com/office/officeart/2005/8/layout/default"/>
    <dgm:cxn modelId="{E04D6CE8-59C1-41A6-B06E-23937CBAD681}" type="presParOf" srcId="{8BB318CA-027D-4FBA-B135-31411229DFD1}" destId="{8B7634B4-7C3D-46BB-BE9E-5B9A201B2190}" srcOrd="11" destOrd="0" presId="urn:microsoft.com/office/officeart/2005/8/layout/default"/>
    <dgm:cxn modelId="{846505BC-4B5B-4825-ACBB-B52BF5E45B19}" type="presParOf" srcId="{8BB318CA-027D-4FBA-B135-31411229DFD1}" destId="{1744F0A5-2CB1-4977-AFFB-E1AF73803555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DC7B4B-564D-4D8F-9477-226637989B2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602E1B-77F4-4AE9-B021-73A558A2B568}">
      <dgm:prSet/>
      <dgm:spPr/>
      <dgm:t>
        <a:bodyPr/>
        <a:lstStyle/>
        <a:p>
          <a:pPr>
            <a:defRPr cap="all"/>
          </a:pPr>
          <a:r>
            <a:rPr lang="en-US" b="0" i="0"/>
            <a:t>Users can register by providing:</a:t>
          </a:r>
          <a:endParaRPr lang="en-US"/>
        </a:p>
      </dgm:t>
    </dgm:pt>
    <dgm:pt modelId="{F1D7842A-6B21-4388-9B79-0E4F16256E6E}" type="parTrans" cxnId="{EC516F27-5C44-44D1-85C0-2011FE4A88F3}">
      <dgm:prSet/>
      <dgm:spPr/>
      <dgm:t>
        <a:bodyPr/>
        <a:lstStyle/>
        <a:p>
          <a:endParaRPr lang="en-US"/>
        </a:p>
      </dgm:t>
    </dgm:pt>
    <dgm:pt modelId="{2FEE8387-27AA-4ECE-A8F4-17E216639A01}" type="sibTrans" cxnId="{EC516F27-5C44-44D1-85C0-2011FE4A88F3}">
      <dgm:prSet/>
      <dgm:spPr/>
      <dgm:t>
        <a:bodyPr/>
        <a:lstStyle/>
        <a:p>
          <a:endParaRPr lang="en-US"/>
        </a:p>
      </dgm:t>
    </dgm:pt>
    <dgm:pt modelId="{C2C18219-C9DD-4A9F-AEC4-B8C08B83B4C8}">
      <dgm:prSet/>
      <dgm:spPr/>
      <dgm:t>
        <a:bodyPr/>
        <a:lstStyle/>
        <a:p>
          <a:pPr>
            <a:defRPr cap="all"/>
          </a:pPr>
          <a:r>
            <a:rPr lang="en-US" b="0" i="0"/>
            <a:t>- A unique `user_id`  </a:t>
          </a:r>
          <a:endParaRPr lang="en-US"/>
        </a:p>
      </dgm:t>
    </dgm:pt>
    <dgm:pt modelId="{F0CFCC27-483F-4AF6-97CF-82E3DE62B343}" type="parTrans" cxnId="{DED35BE2-2717-41F2-AC95-46D518A5DFA0}">
      <dgm:prSet/>
      <dgm:spPr/>
      <dgm:t>
        <a:bodyPr/>
        <a:lstStyle/>
        <a:p>
          <a:endParaRPr lang="en-US"/>
        </a:p>
      </dgm:t>
    </dgm:pt>
    <dgm:pt modelId="{5838F262-24DF-4F9F-82C2-BC71D07D899B}" type="sibTrans" cxnId="{DED35BE2-2717-41F2-AC95-46D518A5DFA0}">
      <dgm:prSet/>
      <dgm:spPr/>
      <dgm:t>
        <a:bodyPr/>
        <a:lstStyle/>
        <a:p>
          <a:endParaRPr lang="en-US"/>
        </a:p>
      </dgm:t>
    </dgm:pt>
    <dgm:pt modelId="{5B787939-352A-428E-A207-8A0FBAB8E6C7}">
      <dgm:prSet/>
      <dgm:spPr/>
      <dgm:t>
        <a:bodyPr/>
        <a:lstStyle/>
        <a:p>
          <a:pPr>
            <a:defRPr cap="all"/>
          </a:pPr>
          <a:r>
            <a:rPr lang="en-US" b="0" i="0"/>
            <a:t>- A valid email address  </a:t>
          </a:r>
          <a:endParaRPr lang="en-US"/>
        </a:p>
      </dgm:t>
    </dgm:pt>
    <dgm:pt modelId="{397AE308-0404-4F83-A01A-2D3892B51FAA}" type="parTrans" cxnId="{0E766F7F-601A-471E-873E-79CB12280D26}">
      <dgm:prSet/>
      <dgm:spPr/>
      <dgm:t>
        <a:bodyPr/>
        <a:lstStyle/>
        <a:p>
          <a:endParaRPr lang="en-US"/>
        </a:p>
      </dgm:t>
    </dgm:pt>
    <dgm:pt modelId="{CA11BBBA-D098-4D29-AD61-6C6B16869522}" type="sibTrans" cxnId="{0E766F7F-601A-471E-873E-79CB12280D26}">
      <dgm:prSet/>
      <dgm:spPr/>
      <dgm:t>
        <a:bodyPr/>
        <a:lstStyle/>
        <a:p>
          <a:endParaRPr lang="en-US"/>
        </a:p>
      </dgm:t>
    </dgm:pt>
    <dgm:pt modelId="{628F77C7-770F-4FEC-8540-2F82C5802D06}">
      <dgm:prSet/>
      <dgm:spPr/>
      <dgm:t>
        <a:bodyPr/>
        <a:lstStyle/>
        <a:p>
          <a:pPr>
            <a:defRPr cap="all"/>
          </a:pPr>
          <a:r>
            <a:rPr lang="en-US" b="0" i="0"/>
            <a:t>- A strong password- Passwords are encrypted using `bcrypt` for secure storage.</a:t>
          </a:r>
          <a:endParaRPr lang="en-US"/>
        </a:p>
      </dgm:t>
    </dgm:pt>
    <dgm:pt modelId="{C00A929D-F490-43D6-BB8A-FAD7E4BFD8C1}" type="parTrans" cxnId="{B5DD0FAF-4B92-4EA4-A95D-FFE81A424185}">
      <dgm:prSet/>
      <dgm:spPr/>
      <dgm:t>
        <a:bodyPr/>
        <a:lstStyle/>
        <a:p>
          <a:endParaRPr lang="en-US"/>
        </a:p>
      </dgm:t>
    </dgm:pt>
    <dgm:pt modelId="{A2181A2A-9AE0-4475-A7E3-3A64CBD57A6D}" type="sibTrans" cxnId="{B5DD0FAF-4B92-4EA4-A95D-FFE81A424185}">
      <dgm:prSet/>
      <dgm:spPr/>
      <dgm:t>
        <a:bodyPr/>
        <a:lstStyle/>
        <a:p>
          <a:endParaRPr lang="en-US"/>
        </a:p>
      </dgm:t>
    </dgm:pt>
    <dgm:pt modelId="{D8DC7706-030E-4FDB-8CD4-4FDCFFCB369E}">
      <dgm:prSet/>
      <dgm:spPr/>
      <dgm:t>
        <a:bodyPr/>
        <a:lstStyle/>
        <a:p>
          <a:pPr>
            <a:defRPr cap="all"/>
          </a:pPr>
          <a:r>
            <a:rPr lang="en-US" b="0" i="0"/>
            <a:t>- Users can log in using their credentials.</a:t>
          </a:r>
          <a:endParaRPr lang="en-US"/>
        </a:p>
      </dgm:t>
    </dgm:pt>
    <dgm:pt modelId="{CCCF9634-E581-4654-AA22-49089FAF2E7E}" type="parTrans" cxnId="{B6F0EC0E-6B07-404C-AFD8-9BFBB6FED947}">
      <dgm:prSet/>
      <dgm:spPr/>
      <dgm:t>
        <a:bodyPr/>
        <a:lstStyle/>
        <a:p>
          <a:endParaRPr lang="en-US"/>
        </a:p>
      </dgm:t>
    </dgm:pt>
    <dgm:pt modelId="{835CFDA1-9C27-48A2-917B-DF23A0263B5C}" type="sibTrans" cxnId="{B6F0EC0E-6B07-404C-AFD8-9BFBB6FED947}">
      <dgm:prSet/>
      <dgm:spPr/>
      <dgm:t>
        <a:bodyPr/>
        <a:lstStyle/>
        <a:p>
          <a:endParaRPr lang="en-US"/>
        </a:p>
      </dgm:t>
    </dgm:pt>
    <dgm:pt modelId="{A8B39715-7255-42C3-B3AA-E30C0FBA2FFA}" type="pres">
      <dgm:prSet presAssocID="{5CDC7B4B-564D-4D8F-9477-226637989B26}" presName="outerComposite" presStyleCnt="0">
        <dgm:presLayoutVars>
          <dgm:chMax val="5"/>
          <dgm:dir/>
          <dgm:resizeHandles val="exact"/>
        </dgm:presLayoutVars>
      </dgm:prSet>
      <dgm:spPr/>
    </dgm:pt>
    <dgm:pt modelId="{6EA5FA51-0441-4130-83C5-4C47032CBC98}" type="pres">
      <dgm:prSet presAssocID="{5CDC7B4B-564D-4D8F-9477-226637989B26}" presName="dummyMaxCanvas" presStyleCnt="0">
        <dgm:presLayoutVars/>
      </dgm:prSet>
      <dgm:spPr/>
    </dgm:pt>
    <dgm:pt modelId="{D1E2B4BA-553B-40E0-81A0-E93414C84ECF}" type="pres">
      <dgm:prSet presAssocID="{5CDC7B4B-564D-4D8F-9477-226637989B26}" presName="FiveNodes_1" presStyleLbl="node1" presStyleIdx="0" presStyleCnt="5">
        <dgm:presLayoutVars>
          <dgm:bulletEnabled val="1"/>
        </dgm:presLayoutVars>
      </dgm:prSet>
      <dgm:spPr/>
    </dgm:pt>
    <dgm:pt modelId="{B121D9C9-7C78-4BB6-9783-6997FA848FE0}" type="pres">
      <dgm:prSet presAssocID="{5CDC7B4B-564D-4D8F-9477-226637989B26}" presName="FiveNodes_2" presStyleLbl="node1" presStyleIdx="1" presStyleCnt="5">
        <dgm:presLayoutVars>
          <dgm:bulletEnabled val="1"/>
        </dgm:presLayoutVars>
      </dgm:prSet>
      <dgm:spPr/>
    </dgm:pt>
    <dgm:pt modelId="{7E8B3AE3-E7EB-4874-B894-3E129C114ABF}" type="pres">
      <dgm:prSet presAssocID="{5CDC7B4B-564D-4D8F-9477-226637989B26}" presName="FiveNodes_3" presStyleLbl="node1" presStyleIdx="2" presStyleCnt="5">
        <dgm:presLayoutVars>
          <dgm:bulletEnabled val="1"/>
        </dgm:presLayoutVars>
      </dgm:prSet>
      <dgm:spPr/>
    </dgm:pt>
    <dgm:pt modelId="{675FBBD7-FEC5-4621-AF77-2A75D7CFCDA7}" type="pres">
      <dgm:prSet presAssocID="{5CDC7B4B-564D-4D8F-9477-226637989B26}" presName="FiveNodes_4" presStyleLbl="node1" presStyleIdx="3" presStyleCnt="5">
        <dgm:presLayoutVars>
          <dgm:bulletEnabled val="1"/>
        </dgm:presLayoutVars>
      </dgm:prSet>
      <dgm:spPr/>
    </dgm:pt>
    <dgm:pt modelId="{33169AD7-23DF-4780-AD43-FC834A3AC2C1}" type="pres">
      <dgm:prSet presAssocID="{5CDC7B4B-564D-4D8F-9477-226637989B26}" presName="FiveNodes_5" presStyleLbl="node1" presStyleIdx="4" presStyleCnt="5">
        <dgm:presLayoutVars>
          <dgm:bulletEnabled val="1"/>
        </dgm:presLayoutVars>
      </dgm:prSet>
      <dgm:spPr/>
    </dgm:pt>
    <dgm:pt modelId="{67FC3FD9-376A-4DED-BB3A-B9463B1903D5}" type="pres">
      <dgm:prSet presAssocID="{5CDC7B4B-564D-4D8F-9477-226637989B26}" presName="FiveConn_1-2" presStyleLbl="fgAccFollowNode1" presStyleIdx="0" presStyleCnt="4">
        <dgm:presLayoutVars>
          <dgm:bulletEnabled val="1"/>
        </dgm:presLayoutVars>
      </dgm:prSet>
      <dgm:spPr/>
    </dgm:pt>
    <dgm:pt modelId="{08DB9606-1F7B-4CA3-9C8C-B2677EE002F8}" type="pres">
      <dgm:prSet presAssocID="{5CDC7B4B-564D-4D8F-9477-226637989B26}" presName="FiveConn_2-3" presStyleLbl="fgAccFollowNode1" presStyleIdx="1" presStyleCnt="4">
        <dgm:presLayoutVars>
          <dgm:bulletEnabled val="1"/>
        </dgm:presLayoutVars>
      </dgm:prSet>
      <dgm:spPr/>
    </dgm:pt>
    <dgm:pt modelId="{2B1E76ED-E4A1-4C71-B450-5D14CFFB9D3C}" type="pres">
      <dgm:prSet presAssocID="{5CDC7B4B-564D-4D8F-9477-226637989B26}" presName="FiveConn_3-4" presStyleLbl="fgAccFollowNode1" presStyleIdx="2" presStyleCnt="4">
        <dgm:presLayoutVars>
          <dgm:bulletEnabled val="1"/>
        </dgm:presLayoutVars>
      </dgm:prSet>
      <dgm:spPr/>
    </dgm:pt>
    <dgm:pt modelId="{7BDBAB52-E904-48D9-B564-EC062E5B7583}" type="pres">
      <dgm:prSet presAssocID="{5CDC7B4B-564D-4D8F-9477-226637989B26}" presName="FiveConn_4-5" presStyleLbl="fgAccFollowNode1" presStyleIdx="3" presStyleCnt="4">
        <dgm:presLayoutVars>
          <dgm:bulletEnabled val="1"/>
        </dgm:presLayoutVars>
      </dgm:prSet>
      <dgm:spPr/>
    </dgm:pt>
    <dgm:pt modelId="{1BE5FBC8-6006-4F89-937C-6F863A28C076}" type="pres">
      <dgm:prSet presAssocID="{5CDC7B4B-564D-4D8F-9477-226637989B26}" presName="FiveNodes_1_text" presStyleLbl="node1" presStyleIdx="4" presStyleCnt="5">
        <dgm:presLayoutVars>
          <dgm:bulletEnabled val="1"/>
        </dgm:presLayoutVars>
      </dgm:prSet>
      <dgm:spPr/>
    </dgm:pt>
    <dgm:pt modelId="{A8EDF912-1DA9-4C98-828A-5CDDDEB2CDD3}" type="pres">
      <dgm:prSet presAssocID="{5CDC7B4B-564D-4D8F-9477-226637989B26}" presName="FiveNodes_2_text" presStyleLbl="node1" presStyleIdx="4" presStyleCnt="5">
        <dgm:presLayoutVars>
          <dgm:bulletEnabled val="1"/>
        </dgm:presLayoutVars>
      </dgm:prSet>
      <dgm:spPr/>
    </dgm:pt>
    <dgm:pt modelId="{8AA0416D-6C15-4632-8755-ABA06C24D081}" type="pres">
      <dgm:prSet presAssocID="{5CDC7B4B-564D-4D8F-9477-226637989B26}" presName="FiveNodes_3_text" presStyleLbl="node1" presStyleIdx="4" presStyleCnt="5">
        <dgm:presLayoutVars>
          <dgm:bulletEnabled val="1"/>
        </dgm:presLayoutVars>
      </dgm:prSet>
      <dgm:spPr/>
    </dgm:pt>
    <dgm:pt modelId="{5AD11ABE-A037-4712-A00A-F612C86C2493}" type="pres">
      <dgm:prSet presAssocID="{5CDC7B4B-564D-4D8F-9477-226637989B26}" presName="FiveNodes_4_text" presStyleLbl="node1" presStyleIdx="4" presStyleCnt="5">
        <dgm:presLayoutVars>
          <dgm:bulletEnabled val="1"/>
        </dgm:presLayoutVars>
      </dgm:prSet>
      <dgm:spPr/>
    </dgm:pt>
    <dgm:pt modelId="{326F1087-A09B-4E32-922F-998832A5749E}" type="pres">
      <dgm:prSet presAssocID="{5CDC7B4B-564D-4D8F-9477-226637989B2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6F0EC0E-6B07-404C-AFD8-9BFBB6FED947}" srcId="{5CDC7B4B-564D-4D8F-9477-226637989B26}" destId="{D8DC7706-030E-4FDB-8CD4-4FDCFFCB369E}" srcOrd="4" destOrd="0" parTransId="{CCCF9634-E581-4654-AA22-49089FAF2E7E}" sibTransId="{835CFDA1-9C27-48A2-917B-DF23A0263B5C}"/>
    <dgm:cxn modelId="{F4A10918-9EDA-43BB-B23D-C5FE66E04A22}" type="presOf" srcId="{628F77C7-770F-4FEC-8540-2F82C5802D06}" destId="{5AD11ABE-A037-4712-A00A-F612C86C2493}" srcOrd="1" destOrd="0" presId="urn:microsoft.com/office/officeart/2005/8/layout/vProcess5"/>
    <dgm:cxn modelId="{1D45851F-7165-4D86-A142-2954B8AB507F}" type="presOf" srcId="{5CDC7B4B-564D-4D8F-9477-226637989B26}" destId="{A8B39715-7255-42C3-B3AA-E30C0FBA2FFA}" srcOrd="0" destOrd="0" presId="urn:microsoft.com/office/officeart/2005/8/layout/vProcess5"/>
    <dgm:cxn modelId="{EC516F27-5C44-44D1-85C0-2011FE4A88F3}" srcId="{5CDC7B4B-564D-4D8F-9477-226637989B26}" destId="{A8602E1B-77F4-4AE9-B021-73A558A2B568}" srcOrd="0" destOrd="0" parTransId="{F1D7842A-6B21-4388-9B79-0E4F16256E6E}" sibTransId="{2FEE8387-27AA-4ECE-A8F4-17E216639A01}"/>
    <dgm:cxn modelId="{1595803F-D857-41ED-AF06-FBCBB5D8B7CF}" type="presOf" srcId="{C2C18219-C9DD-4A9F-AEC4-B8C08B83B4C8}" destId="{B121D9C9-7C78-4BB6-9783-6997FA848FE0}" srcOrd="0" destOrd="0" presId="urn:microsoft.com/office/officeart/2005/8/layout/vProcess5"/>
    <dgm:cxn modelId="{4ACF3747-CA22-4AEC-87CA-9D3A43A1F943}" type="presOf" srcId="{2FEE8387-27AA-4ECE-A8F4-17E216639A01}" destId="{67FC3FD9-376A-4DED-BB3A-B9463B1903D5}" srcOrd="0" destOrd="0" presId="urn:microsoft.com/office/officeart/2005/8/layout/vProcess5"/>
    <dgm:cxn modelId="{7577BB50-4F44-4B59-A16C-892EDD312895}" type="presOf" srcId="{C2C18219-C9DD-4A9F-AEC4-B8C08B83B4C8}" destId="{A8EDF912-1DA9-4C98-828A-5CDDDEB2CDD3}" srcOrd="1" destOrd="0" presId="urn:microsoft.com/office/officeart/2005/8/layout/vProcess5"/>
    <dgm:cxn modelId="{23CC935A-F5E1-472B-977C-073B882CD910}" type="presOf" srcId="{CA11BBBA-D098-4D29-AD61-6C6B16869522}" destId="{2B1E76ED-E4A1-4C71-B450-5D14CFFB9D3C}" srcOrd="0" destOrd="0" presId="urn:microsoft.com/office/officeart/2005/8/layout/vProcess5"/>
    <dgm:cxn modelId="{07656A7C-C793-4A2A-B8F8-5398A84344C7}" type="presOf" srcId="{D8DC7706-030E-4FDB-8CD4-4FDCFFCB369E}" destId="{326F1087-A09B-4E32-922F-998832A5749E}" srcOrd="1" destOrd="0" presId="urn:microsoft.com/office/officeart/2005/8/layout/vProcess5"/>
    <dgm:cxn modelId="{0E766F7F-601A-471E-873E-79CB12280D26}" srcId="{5CDC7B4B-564D-4D8F-9477-226637989B26}" destId="{5B787939-352A-428E-A207-8A0FBAB8E6C7}" srcOrd="2" destOrd="0" parTransId="{397AE308-0404-4F83-A01A-2D3892B51FAA}" sibTransId="{CA11BBBA-D098-4D29-AD61-6C6B16869522}"/>
    <dgm:cxn modelId="{0436A782-B70D-4783-8BB8-023DE355D273}" type="presOf" srcId="{5B787939-352A-428E-A207-8A0FBAB8E6C7}" destId="{8AA0416D-6C15-4632-8755-ABA06C24D081}" srcOrd="1" destOrd="0" presId="urn:microsoft.com/office/officeart/2005/8/layout/vProcess5"/>
    <dgm:cxn modelId="{7C78BD8D-66B0-4468-B72A-EE454B17B10F}" type="presOf" srcId="{D8DC7706-030E-4FDB-8CD4-4FDCFFCB369E}" destId="{33169AD7-23DF-4780-AD43-FC834A3AC2C1}" srcOrd="0" destOrd="0" presId="urn:microsoft.com/office/officeart/2005/8/layout/vProcess5"/>
    <dgm:cxn modelId="{B5DD0FAF-4B92-4EA4-A95D-FFE81A424185}" srcId="{5CDC7B4B-564D-4D8F-9477-226637989B26}" destId="{628F77C7-770F-4FEC-8540-2F82C5802D06}" srcOrd="3" destOrd="0" parTransId="{C00A929D-F490-43D6-BB8A-FAD7E4BFD8C1}" sibTransId="{A2181A2A-9AE0-4475-A7E3-3A64CBD57A6D}"/>
    <dgm:cxn modelId="{16B4A4B2-0DFE-4E2B-8C46-02836E88F045}" type="presOf" srcId="{5B787939-352A-428E-A207-8A0FBAB8E6C7}" destId="{7E8B3AE3-E7EB-4874-B894-3E129C114ABF}" srcOrd="0" destOrd="0" presId="urn:microsoft.com/office/officeart/2005/8/layout/vProcess5"/>
    <dgm:cxn modelId="{E9D94FC2-B33C-4ADB-ACC8-E0328C6A8C80}" type="presOf" srcId="{A2181A2A-9AE0-4475-A7E3-3A64CBD57A6D}" destId="{7BDBAB52-E904-48D9-B564-EC062E5B7583}" srcOrd="0" destOrd="0" presId="urn:microsoft.com/office/officeart/2005/8/layout/vProcess5"/>
    <dgm:cxn modelId="{2128A4D0-FF5B-4431-A91A-2470101BDBA1}" type="presOf" srcId="{5838F262-24DF-4F9F-82C2-BC71D07D899B}" destId="{08DB9606-1F7B-4CA3-9C8C-B2677EE002F8}" srcOrd="0" destOrd="0" presId="urn:microsoft.com/office/officeart/2005/8/layout/vProcess5"/>
    <dgm:cxn modelId="{661FFBD0-F0F7-4AAE-B5C6-70F579C8B86B}" type="presOf" srcId="{628F77C7-770F-4FEC-8540-2F82C5802D06}" destId="{675FBBD7-FEC5-4621-AF77-2A75D7CFCDA7}" srcOrd="0" destOrd="0" presId="urn:microsoft.com/office/officeart/2005/8/layout/vProcess5"/>
    <dgm:cxn modelId="{DED35BE2-2717-41F2-AC95-46D518A5DFA0}" srcId="{5CDC7B4B-564D-4D8F-9477-226637989B26}" destId="{C2C18219-C9DD-4A9F-AEC4-B8C08B83B4C8}" srcOrd="1" destOrd="0" parTransId="{F0CFCC27-483F-4AF6-97CF-82E3DE62B343}" sibTransId="{5838F262-24DF-4F9F-82C2-BC71D07D899B}"/>
    <dgm:cxn modelId="{EBD470E6-0DD4-491F-895F-35EC2477A75F}" type="presOf" srcId="{A8602E1B-77F4-4AE9-B021-73A558A2B568}" destId="{D1E2B4BA-553B-40E0-81A0-E93414C84ECF}" srcOrd="0" destOrd="0" presId="urn:microsoft.com/office/officeart/2005/8/layout/vProcess5"/>
    <dgm:cxn modelId="{125727F3-36A5-4F3E-AAFE-33AE979D6B64}" type="presOf" srcId="{A8602E1B-77F4-4AE9-B021-73A558A2B568}" destId="{1BE5FBC8-6006-4F89-937C-6F863A28C076}" srcOrd="1" destOrd="0" presId="urn:microsoft.com/office/officeart/2005/8/layout/vProcess5"/>
    <dgm:cxn modelId="{A97B24D2-A5EA-4146-93F9-AD3ABDDB04B0}" type="presParOf" srcId="{A8B39715-7255-42C3-B3AA-E30C0FBA2FFA}" destId="{6EA5FA51-0441-4130-83C5-4C47032CBC98}" srcOrd="0" destOrd="0" presId="urn:microsoft.com/office/officeart/2005/8/layout/vProcess5"/>
    <dgm:cxn modelId="{64E7A6C8-23C2-49CB-8797-39CDEA351DA5}" type="presParOf" srcId="{A8B39715-7255-42C3-B3AA-E30C0FBA2FFA}" destId="{D1E2B4BA-553B-40E0-81A0-E93414C84ECF}" srcOrd="1" destOrd="0" presId="urn:microsoft.com/office/officeart/2005/8/layout/vProcess5"/>
    <dgm:cxn modelId="{5D337A4B-2EEC-431D-8E52-840C4F7F985F}" type="presParOf" srcId="{A8B39715-7255-42C3-B3AA-E30C0FBA2FFA}" destId="{B121D9C9-7C78-4BB6-9783-6997FA848FE0}" srcOrd="2" destOrd="0" presId="urn:microsoft.com/office/officeart/2005/8/layout/vProcess5"/>
    <dgm:cxn modelId="{4BF6D741-2248-489C-B350-D901AAD75E8D}" type="presParOf" srcId="{A8B39715-7255-42C3-B3AA-E30C0FBA2FFA}" destId="{7E8B3AE3-E7EB-4874-B894-3E129C114ABF}" srcOrd="3" destOrd="0" presId="urn:microsoft.com/office/officeart/2005/8/layout/vProcess5"/>
    <dgm:cxn modelId="{C79718F6-E28F-42AD-9FCF-515E003F5CD2}" type="presParOf" srcId="{A8B39715-7255-42C3-B3AA-E30C0FBA2FFA}" destId="{675FBBD7-FEC5-4621-AF77-2A75D7CFCDA7}" srcOrd="4" destOrd="0" presId="urn:microsoft.com/office/officeart/2005/8/layout/vProcess5"/>
    <dgm:cxn modelId="{D3C5926A-9C0F-41F6-A851-37BE7CA07A32}" type="presParOf" srcId="{A8B39715-7255-42C3-B3AA-E30C0FBA2FFA}" destId="{33169AD7-23DF-4780-AD43-FC834A3AC2C1}" srcOrd="5" destOrd="0" presId="urn:microsoft.com/office/officeart/2005/8/layout/vProcess5"/>
    <dgm:cxn modelId="{CF4C33C1-5E94-42D2-884C-E11B000C3583}" type="presParOf" srcId="{A8B39715-7255-42C3-B3AA-E30C0FBA2FFA}" destId="{67FC3FD9-376A-4DED-BB3A-B9463B1903D5}" srcOrd="6" destOrd="0" presId="urn:microsoft.com/office/officeart/2005/8/layout/vProcess5"/>
    <dgm:cxn modelId="{09F47FB4-F2A9-427D-962E-0420848520CF}" type="presParOf" srcId="{A8B39715-7255-42C3-B3AA-E30C0FBA2FFA}" destId="{08DB9606-1F7B-4CA3-9C8C-B2677EE002F8}" srcOrd="7" destOrd="0" presId="urn:microsoft.com/office/officeart/2005/8/layout/vProcess5"/>
    <dgm:cxn modelId="{95AC8C2E-41DB-4074-9D36-2C9224F320BB}" type="presParOf" srcId="{A8B39715-7255-42C3-B3AA-E30C0FBA2FFA}" destId="{2B1E76ED-E4A1-4C71-B450-5D14CFFB9D3C}" srcOrd="8" destOrd="0" presId="urn:microsoft.com/office/officeart/2005/8/layout/vProcess5"/>
    <dgm:cxn modelId="{47DBE261-EF0C-4F38-9252-97C53C4126FF}" type="presParOf" srcId="{A8B39715-7255-42C3-B3AA-E30C0FBA2FFA}" destId="{7BDBAB52-E904-48D9-B564-EC062E5B7583}" srcOrd="9" destOrd="0" presId="urn:microsoft.com/office/officeart/2005/8/layout/vProcess5"/>
    <dgm:cxn modelId="{285F665F-3A3B-4313-966E-06E48CC0104C}" type="presParOf" srcId="{A8B39715-7255-42C3-B3AA-E30C0FBA2FFA}" destId="{1BE5FBC8-6006-4F89-937C-6F863A28C076}" srcOrd="10" destOrd="0" presId="urn:microsoft.com/office/officeart/2005/8/layout/vProcess5"/>
    <dgm:cxn modelId="{767CCA64-C8C9-4A51-B2E0-867C46F81F59}" type="presParOf" srcId="{A8B39715-7255-42C3-B3AA-E30C0FBA2FFA}" destId="{A8EDF912-1DA9-4C98-828A-5CDDDEB2CDD3}" srcOrd="11" destOrd="0" presId="urn:microsoft.com/office/officeart/2005/8/layout/vProcess5"/>
    <dgm:cxn modelId="{3659AEB0-EC44-4B6D-A5A1-BF70D6AC342E}" type="presParOf" srcId="{A8B39715-7255-42C3-B3AA-E30C0FBA2FFA}" destId="{8AA0416D-6C15-4632-8755-ABA06C24D081}" srcOrd="12" destOrd="0" presId="urn:microsoft.com/office/officeart/2005/8/layout/vProcess5"/>
    <dgm:cxn modelId="{03B655D7-4D97-4254-B829-0BB84BBB2678}" type="presParOf" srcId="{A8B39715-7255-42C3-B3AA-E30C0FBA2FFA}" destId="{5AD11ABE-A037-4712-A00A-F612C86C2493}" srcOrd="13" destOrd="0" presId="urn:microsoft.com/office/officeart/2005/8/layout/vProcess5"/>
    <dgm:cxn modelId="{1ADD6EBD-212C-4AD1-9B53-29D8A1CED0AE}" type="presParOf" srcId="{A8B39715-7255-42C3-B3AA-E30C0FBA2FFA}" destId="{326F1087-A09B-4E32-922F-998832A5749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6E71A9-E4F0-49B9-AED5-12DF91555948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7375AD3-4742-4BCE-9D3D-4AB2F3983079}">
      <dgm:prSet/>
      <dgm:spPr/>
      <dgm:t>
        <a:bodyPr/>
        <a:lstStyle/>
        <a:p>
          <a:r>
            <a:rPr lang="en-US"/>
            <a:t>All the users can:  </a:t>
          </a:r>
        </a:p>
      </dgm:t>
    </dgm:pt>
    <dgm:pt modelId="{A06FCA4C-61BE-43CE-9619-AA93DADCF49F}" type="parTrans" cxnId="{60232769-752C-4D12-9DA0-27FC8A0C863E}">
      <dgm:prSet/>
      <dgm:spPr/>
      <dgm:t>
        <a:bodyPr/>
        <a:lstStyle/>
        <a:p>
          <a:endParaRPr lang="en-US"/>
        </a:p>
      </dgm:t>
    </dgm:pt>
    <dgm:pt modelId="{E6AC4C1D-43E0-4215-B04B-61571C7959CD}" type="sibTrans" cxnId="{60232769-752C-4D12-9DA0-27FC8A0C863E}">
      <dgm:prSet/>
      <dgm:spPr/>
      <dgm:t>
        <a:bodyPr/>
        <a:lstStyle/>
        <a:p>
          <a:endParaRPr lang="en-US"/>
        </a:p>
      </dgm:t>
    </dgm:pt>
    <dgm:pt modelId="{4035A13B-8425-437A-B53A-86681E4EC99F}">
      <dgm:prSet/>
      <dgm:spPr/>
      <dgm:t>
        <a:bodyPr/>
        <a:lstStyle/>
        <a:p>
          <a:r>
            <a:rPr lang="en-US"/>
            <a:t>- Add new products to the store with:   </a:t>
          </a:r>
        </a:p>
      </dgm:t>
    </dgm:pt>
    <dgm:pt modelId="{4953951A-A73F-4120-AF3C-465F48775E2F}" type="parTrans" cxnId="{3D71FA90-64AD-4CF0-ACC0-3D386D525D54}">
      <dgm:prSet/>
      <dgm:spPr/>
      <dgm:t>
        <a:bodyPr/>
        <a:lstStyle/>
        <a:p>
          <a:endParaRPr lang="en-US"/>
        </a:p>
      </dgm:t>
    </dgm:pt>
    <dgm:pt modelId="{C2FDB83C-CC83-4433-98F9-A4024E2D9D9B}" type="sibTrans" cxnId="{3D71FA90-64AD-4CF0-ACC0-3D386D525D54}">
      <dgm:prSet/>
      <dgm:spPr/>
      <dgm:t>
        <a:bodyPr/>
        <a:lstStyle/>
        <a:p>
          <a:endParaRPr lang="en-US"/>
        </a:p>
      </dgm:t>
    </dgm:pt>
    <dgm:pt modelId="{1196A352-A171-4524-917A-CC47C4B9B4EC}">
      <dgm:prSet/>
      <dgm:spPr/>
      <dgm:t>
        <a:bodyPr/>
        <a:lstStyle/>
        <a:p>
          <a:r>
            <a:rPr lang="en-US"/>
            <a:t>Name    Price    Stock quantity  View all available products.</a:t>
          </a:r>
        </a:p>
      </dgm:t>
    </dgm:pt>
    <dgm:pt modelId="{AF4F5BAD-1DC4-4888-A819-5D9BBDE33F40}" type="parTrans" cxnId="{C88F54E4-F770-45FF-80E0-35AFF7F5BBAA}">
      <dgm:prSet/>
      <dgm:spPr/>
      <dgm:t>
        <a:bodyPr/>
        <a:lstStyle/>
        <a:p>
          <a:endParaRPr lang="en-US"/>
        </a:p>
      </dgm:t>
    </dgm:pt>
    <dgm:pt modelId="{E53B4524-FA9E-4F86-95D3-615943DFB567}" type="sibTrans" cxnId="{C88F54E4-F770-45FF-80E0-35AFF7F5BBAA}">
      <dgm:prSet/>
      <dgm:spPr/>
      <dgm:t>
        <a:bodyPr/>
        <a:lstStyle/>
        <a:p>
          <a:endParaRPr lang="en-US"/>
        </a:p>
      </dgm:t>
    </dgm:pt>
    <dgm:pt modelId="{E11C3AE2-5036-4DB4-AA80-F362F59B1FF8}" type="pres">
      <dgm:prSet presAssocID="{2A6E71A9-E4F0-49B9-AED5-12DF91555948}" presName="Name0" presStyleCnt="0">
        <dgm:presLayoutVars>
          <dgm:dir/>
          <dgm:animLvl val="lvl"/>
          <dgm:resizeHandles val="exact"/>
        </dgm:presLayoutVars>
      </dgm:prSet>
      <dgm:spPr/>
    </dgm:pt>
    <dgm:pt modelId="{8508DF6B-56A3-4B03-8465-ECC52FC170BC}" type="pres">
      <dgm:prSet presAssocID="{1196A352-A171-4524-917A-CC47C4B9B4EC}" presName="boxAndChildren" presStyleCnt="0"/>
      <dgm:spPr/>
    </dgm:pt>
    <dgm:pt modelId="{298CB0D0-753A-4393-8499-E30C2AEBCDFD}" type="pres">
      <dgm:prSet presAssocID="{1196A352-A171-4524-917A-CC47C4B9B4EC}" presName="parentTextBox" presStyleLbl="node1" presStyleIdx="0" presStyleCnt="3"/>
      <dgm:spPr/>
    </dgm:pt>
    <dgm:pt modelId="{4B28A1F4-3555-4FA5-8869-41CBFD92E6ED}" type="pres">
      <dgm:prSet presAssocID="{C2FDB83C-CC83-4433-98F9-A4024E2D9D9B}" presName="sp" presStyleCnt="0"/>
      <dgm:spPr/>
    </dgm:pt>
    <dgm:pt modelId="{14161F16-AA26-4D3D-832C-375BD75B918E}" type="pres">
      <dgm:prSet presAssocID="{4035A13B-8425-437A-B53A-86681E4EC99F}" presName="arrowAndChildren" presStyleCnt="0"/>
      <dgm:spPr/>
    </dgm:pt>
    <dgm:pt modelId="{42D64488-EF99-4726-8D16-D2B84954577C}" type="pres">
      <dgm:prSet presAssocID="{4035A13B-8425-437A-B53A-86681E4EC99F}" presName="parentTextArrow" presStyleLbl="node1" presStyleIdx="1" presStyleCnt="3"/>
      <dgm:spPr/>
    </dgm:pt>
    <dgm:pt modelId="{2534E1FD-06ED-4C12-9F60-AF20DD872821}" type="pres">
      <dgm:prSet presAssocID="{E6AC4C1D-43E0-4215-B04B-61571C7959CD}" presName="sp" presStyleCnt="0"/>
      <dgm:spPr/>
    </dgm:pt>
    <dgm:pt modelId="{60D83D68-C042-4E65-A985-266305D64B9D}" type="pres">
      <dgm:prSet presAssocID="{77375AD3-4742-4BCE-9D3D-4AB2F3983079}" presName="arrowAndChildren" presStyleCnt="0"/>
      <dgm:spPr/>
    </dgm:pt>
    <dgm:pt modelId="{F4550F71-6C01-46FE-BF90-D91A4C6A8A98}" type="pres">
      <dgm:prSet presAssocID="{77375AD3-4742-4BCE-9D3D-4AB2F3983079}" presName="parentTextArrow" presStyleLbl="node1" presStyleIdx="2" presStyleCnt="3"/>
      <dgm:spPr/>
    </dgm:pt>
  </dgm:ptLst>
  <dgm:cxnLst>
    <dgm:cxn modelId="{60232769-752C-4D12-9DA0-27FC8A0C863E}" srcId="{2A6E71A9-E4F0-49B9-AED5-12DF91555948}" destId="{77375AD3-4742-4BCE-9D3D-4AB2F3983079}" srcOrd="0" destOrd="0" parTransId="{A06FCA4C-61BE-43CE-9619-AA93DADCF49F}" sibTransId="{E6AC4C1D-43E0-4215-B04B-61571C7959CD}"/>
    <dgm:cxn modelId="{0B50806F-FC2C-4C98-81DE-A83D6A3224A9}" type="presOf" srcId="{77375AD3-4742-4BCE-9D3D-4AB2F3983079}" destId="{F4550F71-6C01-46FE-BF90-D91A4C6A8A98}" srcOrd="0" destOrd="0" presId="urn:microsoft.com/office/officeart/2005/8/layout/process4"/>
    <dgm:cxn modelId="{3D71FA90-64AD-4CF0-ACC0-3D386D525D54}" srcId="{2A6E71A9-E4F0-49B9-AED5-12DF91555948}" destId="{4035A13B-8425-437A-B53A-86681E4EC99F}" srcOrd="1" destOrd="0" parTransId="{4953951A-A73F-4120-AF3C-465F48775E2F}" sibTransId="{C2FDB83C-CC83-4433-98F9-A4024E2D9D9B}"/>
    <dgm:cxn modelId="{7658869B-9301-41AA-BC86-9BC4778FD3D5}" type="presOf" srcId="{4035A13B-8425-437A-B53A-86681E4EC99F}" destId="{42D64488-EF99-4726-8D16-D2B84954577C}" srcOrd="0" destOrd="0" presId="urn:microsoft.com/office/officeart/2005/8/layout/process4"/>
    <dgm:cxn modelId="{FBF6B4A3-87AA-4426-B8A9-99BAEAA3D794}" type="presOf" srcId="{2A6E71A9-E4F0-49B9-AED5-12DF91555948}" destId="{E11C3AE2-5036-4DB4-AA80-F362F59B1FF8}" srcOrd="0" destOrd="0" presId="urn:microsoft.com/office/officeart/2005/8/layout/process4"/>
    <dgm:cxn modelId="{2FD056A6-AB8C-4E17-B917-A6C4F370413A}" type="presOf" srcId="{1196A352-A171-4524-917A-CC47C4B9B4EC}" destId="{298CB0D0-753A-4393-8499-E30C2AEBCDFD}" srcOrd="0" destOrd="0" presId="urn:microsoft.com/office/officeart/2005/8/layout/process4"/>
    <dgm:cxn modelId="{C88F54E4-F770-45FF-80E0-35AFF7F5BBAA}" srcId="{2A6E71A9-E4F0-49B9-AED5-12DF91555948}" destId="{1196A352-A171-4524-917A-CC47C4B9B4EC}" srcOrd="2" destOrd="0" parTransId="{AF4F5BAD-1DC4-4888-A819-5D9BBDE33F40}" sibTransId="{E53B4524-FA9E-4F86-95D3-615943DFB567}"/>
    <dgm:cxn modelId="{91C1BEC5-E5FD-406E-B1C0-27DC9134DA78}" type="presParOf" srcId="{E11C3AE2-5036-4DB4-AA80-F362F59B1FF8}" destId="{8508DF6B-56A3-4B03-8465-ECC52FC170BC}" srcOrd="0" destOrd="0" presId="urn:microsoft.com/office/officeart/2005/8/layout/process4"/>
    <dgm:cxn modelId="{543C6160-2FF4-4A0E-B6F1-5DC75509322B}" type="presParOf" srcId="{8508DF6B-56A3-4B03-8465-ECC52FC170BC}" destId="{298CB0D0-753A-4393-8499-E30C2AEBCDFD}" srcOrd="0" destOrd="0" presId="urn:microsoft.com/office/officeart/2005/8/layout/process4"/>
    <dgm:cxn modelId="{D3CEEAA0-4136-4216-9437-F51B90C054D4}" type="presParOf" srcId="{E11C3AE2-5036-4DB4-AA80-F362F59B1FF8}" destId="{4B28A1F4-3555-4FA5-8869-41CBFD92E6ED}" srcOrd="1" destOrd="0" presId="urn:microsoft.com/office/officeart/2005/8/layout/process4"/>
    <dgm:cxn modelId="{D6CE463E-CA9E-4A3B-82C2-B159AD0BE3EF}" type="presParOf" srcId="{E11C3AE2-5036-4DB4-AA80-F362F59B1FF8}" destId="{14161F16-AA26-4D3D-832C-375BD75B918E}" srcOrd="2" destOrd="0" presId="urn:microsoft.com/office/officeart/2005/8/layout/process4"/>
    <dgm:cxn modelId="{BD75A20B-08EA-430B-AC46-7508713A5B93}" type="presParOf" srcId="{14161F16-AA26-4D3D-832C-375BD75B918E}" destId="{42D64488-EF99-4726-8D16-D2B84954577C}" srcOrd="0" destOrd="0" presId="urn:microsoft.com/office/officeart/2005/8/layout/process4"/>
    <dgm:cxn modelId="{67D7C00D-F9BE-411F-AF52-231AB6FB31C6}" type="presParOf" srcId="{E11C3AE2-5036-4DB4-AA80-F362F59B1FF8}" destId="{2534E1FD-06ED-4C12-9F60-AF20DD872821}" srcOrd="3" destOrd="0" presId="urn:microsoft.com/office/officeart/2005/8/layout/process4"/>
    <dgm:cxn modelId="{3350D67F-A669-4FD7-A1DA-4ABBBE0E271C}" type="presParOf" srcId="{E11C3AE2-5036-4DB4-AA80-F362F59B1FF8}" destId="{60D83D68-C042-4E65-A985-266305D64B9D}" srcOrd="4" destOrd="0" presId="urn:microsoft.com/office/officeart/2005/8/layout/process4"/>
    <dgm:cxn modelId="{5AAAB62A-344B-4132-8098-E9DFB0BBAEF4}" type="presParOf" srcId="{60D83D68-C042-4E65-A985-266305D64B9D}" destId="{F4550F71-6C01-46FE-BF90-D91A4C6A8A9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AE0BA9A-61B0-48F9-8880-0E99E264932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4AEA4D0-0D81-4282-BF89-C362DA8103B4}">
      <dgm:prSet/>
      <dgm:spPr/>
      <dgm:t>
        <a:bodyPr/>
        <a:lstStyle/>
        <a:p>
          <a:pPr>
            <a:defRPr b="1"/>
          </a:pPr>
          <a:r>
            <a:rPr lang="en-US" b="1"/>
            <a:t>Challenge 1:</a:t>
          </a:r>
          <a:r>
            <a:rPr lang="en-US"/>
            <a:t> Dynamic requirements for password validation.</a:t>
          </a:r>
        </a:p>
      </dgm:t>
    </dgm:pt>
    <dgm:pt modelId="{99E379A9-A0D3-4C56-8FF5-60324BEC8739}" type="parTrans" cxnId="{BAF06298-F223-4845-8C39-B6E3F1976357}">
      <dgm:prSet/>
      <dgm:spPr/>
      <dgm:t>
        <a:bodyPr/>
        <a:lstStyle/>
        <a:p>
          <a:endParaRPr lang="en-US"/>
        </a:p>
      </dgm:t>
    </dgm:pt>
    <dgm:pt modelId="{FF726810-429B-4007-952F-0DA9A8787577}" type="sibTrans" cxnId="{BAF06298-F223-4845-8C39-B6E3F1976357}">
      <dgm:prSet/>
      <dgm:spPr/>
      <dgm:t>
        <a:bodyPr/>
        <a:lstStyle/>
        <a:p>
          <a:endParaRPr lang="en-US"/>
        </a:p>
      </dgm:t>
    </dgm:pt>
    <dgm:pt modelId="{8FA3F927-8FDB-4FA8-88B7-92D7801959E7}">
      <dgm:prSet/>
      <dgm:spPr/>
      <dgm:t>
        <a:bodyPr/>
        <a:lstStyle/>
        <a:p>
          <a:r>
            <a:rPr lang="en-US" b="1"/>
            <a:t>Solution:</a:t>
          </a:r>
          <a:r>
            <a:rPr lang="en-US"/>
            <a:t> Implemented Strategy Pattern for validation flexibility (strategies.py).</a:t>
          </a:r>
        </a:p>
      </dgm:t>
    </dgm:pt>
    <dgm:pt modelId="{CBC7A251-A426-4023-AE8A-139DE4F78DE6}" type="parTrans" cxnId="{E3FB1FA4-BF58-47EE-9F5C-6C24EF091F10}">
      <dgm:prSet/>
      <dgm:spPr/>
      <dgm:t>
        <a:bodyPr/>
        <a:lstStyle/>
        <a:p>
          <a:endParaRPr lang="en-US"/>
        </a:p>
      </dgm:t>
    </dgm:pt>
    <dgm:pt modelId="{A7E6BD2B-3B3F-46DE-97AC-72F2FE03CB25}" type="sibTrans" cxnId="{E3FB1FA4-BF58-47EE-9F5C-6C24EF091F10}">
      <dgm:prSet/>
      <dgm:spPr/>
      <dgm:t>
        <a:bodyPr/>
        <a:lstStyle/>
        <a:p>
          <a:endParaRPr lang="en-US"/>
        </a:p>
      </dgm:t>
    </dgm:pt>
    <dgm:pt modelId="{E7693DAB-C26F-48CB-ABBC-E8E5AA3125FC}">
      <dgm:prSet/>
      <dgm:spPr/>
      <dgm:t>
        <a:bodyPr/>
        <a:lstStyle/>
        <a:p>
          <a:pPr>
            <a:defRPr b="1"/>
          </a:pPr>
          <a:r>
            <a:rPr lang="en-US" b="1"/>
            <a:t>Challenge 2:</a:t>
          </a:r>
          <a:r>
            <a:rPr lang="en-US"/>
            <a:t> Complex repository interactions.</a:t>
          </a:r>
        </a:p>
      </dgm:t>
    </dgm:pt>
    <dgm:pt modelId="{8223D31B-3B39-4497-8DB3-D042B6FB6C3D}" type="parTrans" cxnId="{AE8C6C1D-ABC2-4B0E-A745-50FAEFE3EF7D}">
      <dgm:prSet/>
      <dgm:spPr/>
      <dgm:t>
        <a:bodyPr/>
        <a:lstStyle/>
        <a:p>
          <a:endParaRPr lang="en-US"/>
        </a:p>
      </dgm:t>
    </dgm:pt>
    <dgm:pt modelId="{81AFF8DF-69E7-4655-A547-93E852041F4B}" type="sibTrans" cxnId="{AE8C6C1D-ABC2-4B0E-A745-50FAEFE3EF7D}">
      <dgm:prSet/>
      <dgm:spPr/>
      <dgm:t>
        <a:bodyPr/>
        <a:lstStyle/>
        <a:p>
          <a:endParaRPr lang="en-US"/>
        </a:p>
      </dgm:t>
    </dgm:pt>
    <dgm:pt modelId="{534F8991-539E-47DB-B400-FA18C28A123B}">
      <dgm:prSet/>
      <dgm:spPr/>
      <dgm:t>
        <a:bodyPr/>
        <a:lstStyle/>
        <a:p>
          <a:r>
            <a:rPr lang="en-US" b="1"/>
            <a:t>Solution:</a:t>
          </a:r>
          <a:r>
            <a:rPr lang="en-US"/>
            <a:t> Used BaseRepository for consistency and reusability (</a:t>
          </a:r>
          <a:r>
            <a:rPr lang="en-US" b="1" i="1"/>
            <a:t>base_repository.py</a:t>
          </a:r>
          <a:r>
            <a:rPr lang="en-US"/>
            <a:t>).</a:t>
          </a:r>
        </a:p>
      </dgm:t>
    </dgm:pt>
    <dgm:pt modelId="{909AC19E-B337-4D34-B7B6-143DE78A5B1C}" type="parTrans" cxnId="{7D6E527D-3B7F-48FD-B041-C8101B08467C}">
      <dgm:prSet/>
      <dgm:spPr/>
      <dgm:t>
        <a:bodyPr/>
        <a:lstStyle/>
        <a:p>
          <a:endParaRPr lang="en-US"/>
        </a:p>
      </dgm:t>
    </dgm:pt>
    <dgm:pt modelId="{8E4180B1-DE24-4356-94B4-689BAA7F64FD}" type="sibTrans" cxnId="{7D6E527D-3B7F-48FD-B041-C8101B08467C}">
      <dgm:prSet/>
      <dgm:spPr/>
      <dgm:t>
        <a:bodyPr/>
        <a:lstStyle/>
        <a:p>
          <a:endParaRPr lang="en-US"/>
        </a:p>
      </dgm:t>
    </dgm:pt>
    <dgm:pt modelId="{11A15FF1-1EC0-45DB-BBB7-4E5E5C5333A4}">
      <dgm:prSet/>
      <dgm:spPr/>
      <dgm:t>
        <a:bodyPr/>
        <a:lstStyle/>
        <a:p>
          <a:pPr>
            <a:defRPr b="1"/>
          </a:pPr>
          <a:r>
            <a:rPr lang="en-US" b="1"/>
            <a:t>Challenge 3:</a:t>
          </a:r>
          <a:r>
            <a:rPr lang="en-US"/>
            <a:t> Mitigation of common security risks.</a:t>
          </a:r>
        </a:p>
      </dgm:t>
    </dgm:pt>
    <dgm:pt modelId="{F7ED6B4E-BCBC-4944-AC77-73457574D657}" type="parTrans" cxnId="{1A4B9F4A-60E8-48D6-BD47-3572B472F8E1}">
      <dgm:prSet/>
      <dgm:spPr/>
      <dgm:t>
        <a:bodyPr/>
        <a:lstStyle/>
        <a:p>
          <a:endParaRPr lang="en-US"/>
        </a:p>
      </dgm:t>
    </dgm:pt>
    <dgm:pt modelId="{BE4F6E7D-6F03-4F0C-BD73-C860D3919F7E}" type="sibTrans" cxnId="{1A4B9F4A-60E8-48D6-BD47-3572B472F8E1}">
      <dgm:prSet/>
      <dgm:spPr/>
      <dgm:t>
        <a:bodyPr/>
        <a:lstStyle/>
        <a:p>
          <a:endParaRPr lang="en-US"/>
        </a:p>
      </dgm:t>
    </dgm:pt>
    <dgm:pt modelId="{48A70ADD-088C-470A-8BB2-E2CD77EB971D}">
      <dgm:prSet/>
      <dgm:spPr/>
      <dgm:t>
        <a:bodyPr/>
        <a:lstStyle/>
        <a:p>
          <a:r>
            <a:rPr lang="en-US" b="1"/>
            <a:t>Solution:</a:t>
          </a:r>
          <a:r>
            <a:rPr lang="en-US"/>
            <a:t> Input sanitization and secure authentication via bcrypt (</a:t>
          </a:r>
          <a:r>
            <a:rPr lang="en-US" b="1" i="1"/>
            <a:t>user_service.py </a:t>
          </a:r>
          <a:r>
            <a:rPr lang="en-US"/>
            <a:t>and </a:t>
          </a:r>
          <a:r>
            <a:rPr lang="en-US" b="1" i="1"/>
            <a:t>validators.py</a:t>
          </a:r>
          <a:r>
            <a:rPr lang="en-US"/>
            <a:t>).</a:t>
          </a:r>
        </a:p>
      </dgm:t>
    </dgm:pt>
    <dgm:pt modelId="{BB6E9BA5-7AF0-4E08-8BDB-8B3CB72BCF30}" type="parTrans" cxnId="{4300AF48-9A4C-418B-BE9F-EF3D6C231F59}">
      <dgm:prSet/>
      <dgm:spPr/>
      <dgm:t>
        <a:bodyPr/>
        <a:lstStyle/>
        <a:p>
          <a:endParaRPr lang="en-US"/>
        </a:p>
      </dgm:t>
    </dgm:pt>
    <dgm:pt modelId="{7C087F2E-E22F-400B-AEE6-C97460B046A2}" type="sibTrans" cxnId="{4300AF48-9A4C-418B-BE9F-EF3D6C231F59}">
      <dgm:prSet/>
      <dgm:spPr/>
      <dgm:t>
        <a:bodyPr/>
        <a:lstStyle/>
        <a:p>
          <a:endParaRPr lang="en-US"/>
        </a:p>
      </dgm:t>
    </dgm:pt>
    <dgm:pt modelId="{5842FA9B-5764-4A2C-89B6-58EFC75FC4FF}" type="pres">
      <dgm:prSet presAssocID="{7AE0BA9A-61B0-48F9-8880-0E99E264932A}" presName="linear" presStyleCnt="0">
        <dgm:presLayoutVars>
          <dgm:dir/>
          <dgm:animLvl val="lvl"/>
          <dgm:resizeHandles val="exact"/>
        </dgm:presLayoutVars>
      </dgm:prSet>
      <dgm:spPr/>
    </dgm:pt>
    <dgm:pt modelId="{E6A7C51F-9DF5-4A15-932D-9F206F3ED125}" type="pres">
      <dgm:prSet presAssocID="{64AEA4D0-0D81-4282-BF89-C362DA8103B4}" presName="parentLin" presStyleCnt="0"/>
      <dgm:spPr/>
    </dgm:pt>
    <dgm:pt modelId="{651AAA58-AB6F-4EEA-9ED5-E70224F4DABE}" type="pres">
      <dgm:prSet presAssocID="{64AEA4D0-0D81-4282-BF89-C362DA8103B4}" presName="parentLeftMargin" presStyleLbl="node1" presStyleIdx="0" presStyleCnt="3"/>
      <dgm:spPr/>
    </dgm:pt>
    <dgm:pt modelId="{6B72BE0B-BAB1-4F0A-A297-13DABEB16855}" type="pres">
      <dgm:prSet presAssocID="{64AEA4D0-0D81-4282-BF89-C362DA8103B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77FFD67-1030-4E04-8DC3-DE3E04306D3D}" type="pres">
      <dgm:prSet presAssocID="{64AEA4D0-0D81-4282-BF89-C362DA8103B4}" presName="negativeSpace" presStyleCnt="0"/>
      <dgm:spPr/>
    </dgm:pt>
    <dgm:pt modelId="{DBDA9D3D-24FE-4F8B-A45F-7EFA3D14A6AD}" type="pres">
      <dgm:prSet presAssocID="{64AEA4D0-0D81-4282-BF89-C362DA8103B4}" presName="childText" presStyleLbl="conFgAcc1" presStyleIdx="0" presStyleCnt="3">
        <dgm:presLayoutVars>
          <dgm:bulletEnabled val="1"/>
        </dgm:presLayoutVars>
      </dgm:prSet>
      <dgm:spPr/>
    </dgm:pt>
    <dgm:pt modelId="{06ED47A0-3612-4791-99BE-FD9C0FF6E1D3}" type="pres">
      <dgm:prSet presAssocID="{FF726810-429B-4007-952F-0DA9A8787577}" presName="spaceBetweenRectangles" presStyleCnt="0"/>
      <dgm:spPr/>
    </dgm:pt>
    <dgm:pt modelId="{F6CEAF87-F22F-4DA7-9401-B480EEBE5947}" type="pres">
      <dgm:prSet presAssocID="{E7693DAB-C26F-48CB-ABBC-E8E5AA3125FC}" presName="parentLin" presStyleCnt="0"/>
      <dgm:spPr/>
    </dgm:pt>
    <dgm:pt modelId="{FAE234C6-5515-4526-87D9-3046CD7991CF}" type="pres">
      <dgm:prSet presAssocID="{E7693DAB-C26F-48CB-ABBC-E8E5AA3125FC}" presName="parentLeftMargin" presStyleLbl="node1" presStyleIdx="0" presStyleCnt="3"/>
      <dgm:spPr/>
    </dgm:pt>
    <dgm:pt modelId="{5DD2D78B-4E9F-4EFD-A3A8-58F5D688FABE}" type="pres">
      <dgm:prSet presAssocID="{E7693DAB-C26F-48CB-ABBC-E8E5AA3125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77D5494-6E7A-4798-9615-BE167A8697C0}" type="pres">
      <dgm:prSet presAssocID="{E7693DAB-C26F-48CB-ABBC-E8E5AA3125FC}" presName="negativeSpace" presStyleCnt="0"/>
      <dgm:spPr/>
    </dgm:pt>
    <dgm:pt modelId="{DBC7E61D-E18D-45CB-AD53-3BDD10389633}" type="pres">
      <dgm:prSet presAssocID="{E7693DAB-C26F-48CB-ABBC-E8E5AA3125FC}" presName="childText" presStyleLbl="conFgAcc1" presStyleIdx="1" presStyleCnt="3">
        <dgm:presLayoutVars>
          <dgm:bulletEnabled val="1"/>
        </dgm:presLayoutVars>
      </dgm:prSet>
      <dgm:spPr/>
    </dgm:pt>
    <dgm:pt modelId="{71DD0688-453D-46FA-946B-FB6D6DCE6855}" type="pres">
      <dgm:prSet presAssocID="{81AFF8DF-69E7-4655-A547-93E852041F4B}" presName="spaceBetweenRectangles" presStyleCnt="0"/>
      <dgm:spPr/>
    </dgm:pt>
    <dgm:pt modelId="{D4A66FD8-23F1-47F8-AE9A-09F7C046F139}" type="pres">
      <dgm:prSet presAssocID="{11A15FF1-1EC0-45DB-BBB7-4E5E5C5333A4}" presName="parentLin" presStyleCnt="0"/>
      <dgm:spPr/>
    </dgm:pt>
    <dgm:pt modelId="{DDE751C4-D325-4CA6-B2C4-79D809816860}" type="pres">
      <dgm:prSet presAssocID="{11A15FF1-1EC0-45DB-BBB7-4E5E5C5333A4}" presName="parentLeftMargin" presStyleLbl="node1" presStyleIdx="1" presStyleCnt="3"/>
      <dgm:spPr/>
    </dgm:pt>
    <dgm:pt modelId="{1F475C72-C3D3-48BB-8E35-A42ED180F9F7}" type="pres">
      <dgm:prSet presAssocID="{11A15FF1-1EC0-45DB-BBB7-4E5E5C5333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5D31E3F-6A48-4AE9-8A92-FBC9B68226A8}" type="pres">
      <dgm:prSet presAssocID="{11A15FF1-1EC0-45DB-BBB7-4E5E5C5333A4}" presName="negativeSpace" presStyleCnt="0"/>
      <dgm:spPr/>
    </dgm:pt>
    <dgm:pt modelId="{3D3B83E5-7000-4DCE-B681-32034551B67A}" type="pres">
      <dgm:prSet presAssocID="{11A15FF1-1EC0-45DB-BBB7-4E5E5C5333A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E8C6C1D-ABC2-4B0E-A745-50FAEFE3EF7D}" srcId="{7AE0BA9A-61B0-48F9-8880-0E99E264932A}" destId="{E7693DAB-C26F-48CB-ABBC-E8E5AA3125FC}" srcOrd="1" destOrd="0" parTransId="{8223D31B-3B39-4497-8DB3-D042B6FB6C3D}" sibTransId="{81AFF8DF-69E7-4655-A547-93E852041F4B}"/>
    <dgm:cxn modelId="{C7A6F323-0ED0-4FC2-BBA2-25A3C87C1515}" type="presOf" srcId="{E7693DAB-C26F-48CB-ABBC-E8E5AA3125FC}" destId="{5DD2D78B-4E9F-4EFD-A3A8-58F5D688FABE}" srcOrd="1" destOrd="0" presId="urn:microsoft.com/office/officeart/2005/8/layout/list1"/>
    <dgm:cxn modelId="{C4C0C261-ECF3-4AE0-8B1F-E6155DEB35D3}" type="presOf" srcId="{7AE0BA9A-61B0-48F9-8880-0E99E264932A}" destId="{5842FA9B-5764-4A2C-89B6-58EFC75FC4FF}" srcOrd="0" destOrd="0" presId="urn:microsoft.com/office/officeart/2005/8/layout/list1"/>
    <dgm:cxn modelId="{4300AF48-9A4C-418B-BE9F-EF3D6C231F59}" srcId="{11A15FF1-1EC0-45DB-BBB7-4E5E5C5333A4}" destId="{48A70ADD-088C-470A-8BB2-E2CD77EB971D}" srcOrd="0" destOrd="0" parTransId="{BB6E9BA5-7AF0-4E08-8BDB-8B3CB72BCF30}" sibTransId="{7C087F2E-E22F-400B-AEE6-C97460B046A2}"/>
    <dgm:cxn modelId="{1A4B9F4A-60E8-48D6-BD47-3572B472F8E1}" srcId="{7AE0BA9A-61B0-48F9-8880-0E99E264932A}" destId="{11A15FF1-1EC0-45DB-BBB7-4E5E5C5333A4}" srcOrd="2" destOrd="0" parTransId="{F7ED6B4E-BCBC-4944-AC77-73457574D657}" sibTransId="{BE4F6E7D-6F03-4F0C-BD73-C860D3919F7E}"/>
    <dgm:cxn modelId="{08714550-819D-414D-9122-0D581B69649C}" type="presOf" srcId="{E7693DAB-C26F-48CB-ABBC-E8E5AA3125FC}" destId="{FAE234C6-5515-4526-87D9-3046CD7991CF}" srcOrd="0" destOrd="0" presId="urn:microsoft.com/office/officeart/2005/8/layout/list1"/>
    <dgm:cxn modelId="{FF07E670-296D-4FBC-A63C-C8E19EE98392}" type="presOf" srcId="{64AEA4D0-0D81-4282-BF89-C362DA8103B4}" destId="{651AAA58-AB6F-4EEA-9ED5-E70224F4DABE}" srcOrd="0" destOrd="0" presId="urn:microsoft.com/office/officeart/2005/8/layout/list1"/>
    <dgm:cxn modelId="{7D6E527D-3B7F-48FD-B041-C8101B08467C}" srcId="{E7693DAB-C26F-48CB-ABBC-E8E5AA3125FC}" destId="{534F8991-539E-47DB-B400-FA18C28A123B}" srcOrd="0" destOrd="0" parTransId="{909AC19E-B337-4D34-B7B6-143DE78A5B1C}" sibTransId="{8E4180B1-DE24-4356-94B4-689BAA7F64FD}"/>
    <dgm:cxn modelId="{F95B6A8D-CD1B-4762-93D4-9C82703C48F6}" type="presOf" srcId="{11A15FF1-1EC0-45DB-BBB7-4E5E5C5333A4}" destId="{1F475C72-C3D3-48BB-8E35-A42ED180F9F7}" srcOrd="1" destOrd="0" presId="urn:microsoft.com/office/officeart/2005/8/layout/list1"/>
    <dgm:cxn modelId="{BAF06298-F223-4845-8C39-B6E3F1976357}" srcId="{7AE0BA9A-61B0-48F9-8880-0E99E264932A}" destId="{64AEA4D0-0D81-4282-BF89-C362DA8103B4}" srcOrd="0" destOrd="0" parTransId="{99E379A9-A0D3-4C56-8FF5-60324BEC8739}" sibTransId="{FF726810-429B-4007-952F-0DA9A8787577}"/>
    <dgm:cxn modelId="{EC844E9D-791B-4036-AC28-F27F5F45C833}" type="presOf" srcId="{64AEA4D0-0D81-4282-BF89-C362DA8103B4}" destId="{6B72BE0B-BAB1-4F0A-A297-13DABEB16855}" srcOrd="1" destOrd="0" presId="urn:microsoft.com/office/officeart/2005/8/layout/list1"/>
    <dgm:cxn modelId="{E3FB1FA4-BF58-47EE-9F5C-6C24EF091F10}" srcId="{64AEA4D0-0D81-4282-BF89-C362DA8103B4}" destId="{8FA3F927-8FDB-4FA8-88B7-92D7801959E7}" srcOrd="0" destOrd="0" parTransId="{CBC7A251-A426-4023-AE8A-139DE4F78DE6}" sibTransId="{A7E6BD2B-3B3F-46DE-97AC-72F2FE03CB25}"/>
    <dgm:cxn modelId="{D36B2CB7-F6FC-4F02-814D-3FA99C9118E6}" type="presOf" srcId="{534F8991-539E-47DB-B400-FA18C28A123B}" destId="{DBC7E61D-E18D-45CB-AD53-3BDD10389633}" srcOrd="0" destOrd="0" presId="urn:microsoft.com/office/officeart/2005/8/layout/list1"/>
    <dgm:cxn modelId="{E7F8B6D5-C7C5-4D1C-9E91-90E6DEF9B819}" type="presOf" srcId="{11A15FF1-1EC0-45DB-BBB7-4E5E5C5333A4}" destId="{DDE751C4-D325-4CA6-B2C4-79D809816860}" srcOrd="0" destOrd="0" presId="urn:microsoft.com/office/officeart/2005/8/layout/list1"/>
    <dgm:cxn modelId="{53AD30D7-84CC-4F30-926F-9E37515A1C02}" type="presOf" srcId="{8FA3F927-8FDB-4FA8-88B7-92D7801959E7}" destId="{DBDA9D3D-24FE-4F8B-A45F-7EFA3D14A6AD}" srcOrd="0" destOrd="0" presId="urn:microsoft.com/office/officeart/2005/8/layout/list1"/>
    <dgm:cxn modelId="{862203E9-4215-44CC-8F15-141C096E6A06}" type="presOf" srcId="{48A70ADD-088C-470A-8BB2-E2CD77EB971D}" destId="{3D3B83E5-7000-4DCE-B681-32034551B67A}" srcOrd="0" destOrd="0" presId="urn:microsoft.com/office/officeart/2005/8/layout/list1"/>
    <dgm:cxn modelId="{B42CDA98-43C5-48F4-8704-6B786FFF17BC}" type="presParOf" srcId="{5842FA9B-5764-4A2C-89B6-58EFC75FC4FF}" destId="{E6A7C51F-9DF5-4A15-932D-9F206F3ED125}" srcOrd="0" destOrd="0" presId="urn:microsoft.com/office/officeart/2005/8/layout/list1"/>
    <dgm:cxn modelId="{D9488099-1F2E-4337-ADE1-C9A7302EA6E3}" type="presParOf" srcId="{E6A7C51F-9DF5-4A15-932D-9F206F3ED125}" destId="{651AAA58-AB6F-4EEA-9ED5-E70224F4DABE}" srcOrd="0" destOrd="0" presId="urn:microsoft.com/office/officeart/2005/8/layout/list1"/>
    <dgm:cxn modelId="{3E361920-F6FF-401D-82A2-433E59DD1499}" type="presParOf" srcId="{E6A7C51F-9DF5-4A15-932D-9F206F3ED125}" destId="{6B72BE0B-BAB1-4F0A-A297-13DABEB16855}" srcOrd="1" destOrd="0" presId="urn:microsoft.com/office/officeart/2005/8/layout/list1"/>
    <dgm:cxn modelId="{334E4297-AD62-4DBE-BF0B-F9ED153AAD81}" type="presParOf" srcId="{5842FA9B-5764-4A2C-89B6-58EFC75FC4FF}" destId="{B77FFD67-1030-4E04-8DC3-DE3E04306D3D}" srcOrd="1" destOrd="0" presId="urn:microsoft.com/office/officeart/2005/8/layout/list1"/>
    <dgm:cxn modelId="{A09166B1-E417-4CB6-9C42-4540AA53625A}" type="presParOf" srcId="{5842FA9B-5764-4A2C-89B6-58EFC75FC4FF}" destId="{DBDA9D3D-24FE-4F8B-A45F-7EFA3D14A6AD}" srcOrd="2" destOrd="0" presId="urn:microsoft.com/office/officeart/2005/8/layout/list1"/>
    <dgm:cxn modelId="{813F8A77-5796-4B44-B0B4-04010B64E22A}" type="presParOf" srcId="{5842FA9B-5764-4A2C-89B6-58EFC75FC4FF}" destId="{06ED47A0-3612-4791-99BE-FD9C0FF6E1D3}" srcOrd="3" destOrd="0" presId="urn:microsoft.com/office/officeart/2005/8/layout/list1"/>
    <dgm:cxn modelId="{AC1FE7DF-4277-4318-AD72-C3C022EBB89E}" type="presParOf" srcId="{5842FA9B-5764-4A2C-89B6-58EFC75FC4FF}" destId="{F6CEAF87-F22F-4DA7-9401-B480EEBE5947}" srcOrd="4" destOrd="0" presId="urn:microsoft.com/office/officeart/2005/8/layout/list1"/>
    <dgm:cxn modelId="{AE8B07C2-D473-4CEB-AB02-67B4AE891151}" type="presParOf" srcId="{F6CEAF87-F22F-4DA7-9401-B480EEBE5947}" destId="{FAE234C6-5515-4526-87D9-3046CD7991CF}" srcOrd="0" destOrd="0" presId="urn:microsoft.com/office/officeart/2005/8/layout/list1"/>
    <dgm:cxn modelId="{572A69E4-2D9E-494E-9F24-820201E999BB}" type="presParOf" srcId="{F6CEAF87-F22F-4DA7-9401-B480EEBE5947}" destId="{5DD2D78B-4E9F-4EFD-A3A8-58F5D688FABE}" srcOrd="1" destOrd="0" presId="urn:microsoft.com/office/officeart/2005/8/layout/list1"/>
    <dgm:cxn modelId="{3EE8426F-DCF4-4C99-8D03-0CE530B50746}" type="presParOf" srcId="{5842FA9B-5764-4A2C-89B6-58EFC75FC4FF}" destId="{577D5494-6E7A-4798-9615-BE167A8697C0}" srcOrd="5" destOrd="0" presId="urn:microsoft.com/office/officeart/2005/8/layout/list1"/>
    <dgm:cxn modelId="{01E5E6A3-2F6B-4050-A0C9-B7FCA016FFFB}" type="presParOf" srcId="{5842FA9B-5764-4A2C-89B6-58EFC75FC4FF}" destId="{DBC7E61D-E18D-45CB-AD53-3BDD10389633}" srcOrd="6" destOrd="0" presId="urn:microsoft.com/office/officeart/2005/8/layout/list1"/>
    <dgm:cxn modelId="{E2D2DAA1-FBF4-41C1-B4FE-B2B170120060}" type="presParOf" srcId="{5842FA9B-5764-4A2C-89B6-58EFC75FC4FF}" destId="{71DD0688-453D-46FA-946B-FB6D6DCE6855}" srcOrd="7" destOrd="0" presId="urn:microsoft.com/office/officeart/2005/8/layout/list1"/>
    <dgm:cxn modelId="{EF3B13CA-7521-40AC-B4C2-5A270F7F5A45}" type="presParOf" srcId="{5842FA9B-5764-4A2C-89B6-58EFC75FC4FF}" destId="{D4A66FD8-23F1-47F8-AE9A-09F7C046F139}" srcOrd="8" destOrd="0" presId="urn:microsoft.com/office/officeart/2005/8/layout/list1"/>
    <dgm:cxn modelId="{A18B62BC-AEE7-4F10-ABE6-5D690713318E}" type="presParOf" srcId="{D4A66FD8-23F1-47F8-AE9A-09F7C046F139}" destId="{DDE751C4-D325-4CA6-B2C4-79D809816860}" srcOrd="0" destOrd="0" presId="urn:microsoft.com/office/officeart/2005/8/layout/list1"/>
    <dgm:cxn modelId="{93B37A92-74DC-4A26-9CBA-87FF05B9DC1D}" type="presParOf" srcId="{D4A66FD8-23F1-47F8-AE9A-09F7C046F139}" destId="{1F475C72-C3D3-48BB-8E35-A42ED180F9F7}" srcOrd="1" destOrd="0" presId="urn:microsoft.com/office/officeart/2005/8/layout/list1"/>
    <dgm:cxn modelId="{E343C51A-1E9F-4D65-A8B3-B69E7E7FA544}" type="presParOf" srcId="{5842FA9B-5764-4A2C-89B6-58EFC75FC4FF}" destId="{B5D31E3F-6A48-4AE9-8A92-FBC9B68226A8}" srcOrd="9" destOrd="0" presId="urn:microsoft.com/office/officeart/2005/8/layout/list1"/>
    <dgm:cxn modelId="{0892218F-0F62-4F0F-9A3F-10420BFCEA85}" type="presParOf" srcId="{5842FA9B-5764-4A2C-89B6-58EFC75FC4FF}" destId="{3D3B83E5-7000-4DCE-B681-32034551B67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0673D74-9866-4C15-8D36-A3CF0872F3F3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1099A781-1E59-4735-89B4-A602475A6703}">
      <dgm:prSet/>
      <dgm:spPr/>
      <dgm:t>
        <a:bodyPr/>
        <a:lstStyle/>
        <a:p>
          <a:r>
            <a:rPr lang="en-US" b="1"/>
            <a:t>The importance of maintaining modular code for scalability.</a:t>
          </a:r>
          <a:endParaRPr lang="en-US"/>
        </a:p>
      </dgm:t>
    </dgm:pt>
    <dgm:pt modelId="{7A12F527-D938-4D44-AA24-D90C70D1C9AA}" type="parTrans" cxnId="{B3103CD6-14CF-4007-8C20-2DA132E35762}">
      <dgm:prSet/>
      <dgm:spPr/>
      <dgm:t>
        <a:bodyPr/>
        <a:lstStyle/>
        <a:p>
          <a:endParaRPr lang="en-US"/>
        </a:p>
      </dgm:t>
    </dgm:pt>
    <dgm:pt modelId="{1D792393-1CD1-4042-9C45-9096419DCE75}" type="sibTrans" cxnId="{B3103CD6-14CF-4007-8C20-2DA132E35762}">
      <dgm:prSet/>
      <dgm:spPr/>
      <dgm:t>
        <a:bodyPr/>
        <a:lstStyle/>
        <a:p>
          <a:endParaRPr lang="en-US"/>
        </a:p>
      </dgm:t>
    </dgm:pt>
    <dgm:pt modelId="{6B4407D2-3879-4384-B872-3A38CDC5AF67}">
      <dgm:prSet/>
      <dgm:spPr/>
      <dgm:t>
        <a:bodyPr/>
        <a:lstStyle/>
        <a:p>
          <a:r>
            <a:rPr lang="en-US" b="1"/>
            <a:t>Application of object-oriented principles in real-world projects.</a:t>
          </a:r>
          <a:endParaRPr lang="en-US"/>
        </a:p>
      </dgm:t>
    </dgm:pt>
    <dgm:pt modelId="{337D0E4B-4E88-4B84-93EF-4D57B9FF3543}" type="parTrans" cxnId="{1F02C097-6B06-4517-ADDE-0A12738B1455}">
      <dgm:prSet/>
      <dgm:spPr/>
      <dgm:t>
        <a:bodyPr/>
        <a:lstStyle/>
        <a:p>
          <a:endParaRPr lang="en-US"/>
        </a:p>
      </dgm:t>
    </dgm:pt>
    <dgm:pt modelId="{DD6FFA95-E9B7-464D-8E2C-B1834EABA2F0}" type="sibTrans" cxnId="{1F02C097-6B06-4517-ADDE-0A12738B1455}">
      <dgm:prSet/>
      <dgm:spPr/>
      <dgm:t>
        <a:bodyPr/>
        <a:lstStyle/>
        <a:p>
          <a:endParaRPr lang="en-US"/>
        </a:p>
      </dgm:t>
    </dgm:pt>
    <dgm:pt modelId="{A942FF9A-42BA-430B-ABD7-196DCFB65EB0}">
      <dgm:prSet/>
      <dgm:spPr/>
      <dgm:t>
        <a:bodyPr/>
        <a:lstStyle/>
        <a:p>
          <a:r>
            <a:rPr lang="en-US" b="1"/>
            <a:t>Benefits of secure programming practices in minimizing vulnerabilities.</a:t>
          </a:r>
          <a:endParaRPr lang="en-US"/>
        </a:p>
      </dgm:t>
    </dgm:pt>
    <dgm:pt modelId="{98FDFED5-CBD5-4994-AC69-94CC48E2DED1}" type="parTrans" cxnId="{5556BED8-5510-4124-8478-118C8E44BB7A}">
      <dgm:prSet/>
      <dgm:spPr/>
      <dgm:t>
        <a:bodyPr/>
        <a:lstStyle/>
        <a:p>
          <a:endParaRPr lang="en-US"/>
        </a:p>
      </dgm:t>
    </dgm:pt>
    <dgm:pt modelId="{EF2B721E-C5DD-40D2-9A70-2DFAC52B6B1E}" type="sibTrans" cxnId="{5556BED8-5510-4124-8478-118C8E44BB7A}">
      <dgm:prSet/>
      <dgm:spPr/>
      <dgm:t>
        <a:bodyPr/>
        <a:lstStyle/>
        <a:p>
          <a:endParaRPr lang="en-US"/>
        </a:p>
      </dgm:t>
    </dgm:pt>
    <dgm:pt modelId="{F11516D9-7774-4316-A3ED-CBDF08721885}" type="pres">
      <dgm:prSet presAssocID="{20673D74-9866-4C15-8D36-A3CF0872F3F3}" presName="vert0" presStyleCnt="0">
        <dgm:presLayoutVars>
          <dgm:dir/>
          <dgm:animOne val="branch"/>
          <dgm:animLvl val="lvl"/>
        </dgm:presLayoutVars>
      </dgm:prSet>
      <dgm:spPr/>
    </dgm:pt>
    <dgm:pt modelId="{64C32979-C0EB-41D0-A51A-C9CAF32A7071}" type="pres">
      <dgm:prSet presAssocID="{1099A781-1E59-4735-89B4-A602475A6703}" presName="thickLine" presStyleLbl="alignNode1" presStyleIdx="0" presStyleCnt="3"/>
      <dgm:spPr/>
    </dgm:pt>
    <dgm:pt modelId="{4940B19D-9B8F-43CD-A974-A0401A3BA43F}" type="pres">
      <dgm:prSet presAssocID="{1099A781-1E59-4735-89B4-A602475A6703}" presName="horz1" presStyleCnt="0"/>
      <dgm:spPr/>
    </dgm:pt>
    <dgm:pt modelId="{26161494-E26F-4882-BE69-2DD82397B83A}" type="pres">
      <dgm:prSet presAssocID="{1099A781-1E59-4735-89B4-A602475A6703}" presName="tx1" presStyleLbl="revTx" presStyleIdx="0" presStyleCnt="3"/>
      <dgm:spPr/>
    </dgm:pt>
    <dgm:pt modelId="{2E094638-D67B-4849-981A-E6D0E2D51A72}" type="pres">
      <dgm:prSet presAssocID="{1099A781-1E59-4735-89B4-A602475A6703}" presName="vert1" presStyleCnt="0"/>
      <dgm:spPr/>
    </dgm:pt>
    <dgm:pt modelId="{01D34F0D-B02D-440E-89FA-2321E6742A9A}" type="pres">
      <dgm:prSet presAssocID="{6B4407D2-3879-4384-B872-3A38CDC5AF67}" presName="thickLine" presStyleLbl="alignNode1" presStyleIdx="1" presStyleCnt="3"/>
      <dgm:spPr/>
    </dgm:pt>
    <dgm:pt modelId="{F1E902B2-220C-4548-AB52-5355C5ABCEAA}" type="pres">
      <dgm:prSet presAssocID="{6B4407D2-3879-4384-B872-3A38CDC5AF67}" presName="horz1" presStyleCnt="0"/>
      <dgm:spPr/>
    </dgm:pt>
    <dgm:pt modelId="{37B73152-6A47-4F0D-A431-37A8642F1EC9}" type="pres">
      <dgm:prSet presAssocID="{6B4407D2-3879-4384-B872-3A38CDC5AF67}" presName="tx1" presStyleLbl="revTx" presStyleIdx="1" presStyleCnt="3"/>
      <dgm:spPr/>
    </dgm:pt>
    <dgm:pt modelId="{7E96A8C7-72BF-462A-9F36-75A5E285FFCF}" type="pres">
      <dgm:prSet presAssocID="{6B4407D2-3879-4384-B872-3A38CDC5AF67}" presName="vert1" presStyleCnt="0"/>
      <dgm:spPr/>
    </dgm:pt>
    <dgm:pt modelId="{FD4C3EBC-4597-41EE-A2F3-8F7DBE4CA5A9}" type="pres">
      <dgm:prSet presAssocID="{A942FF9A-42BA-430B-ABD7-196DCFB65EB0}" presName="thickLine" presStyleLbl="alignNode1" presStyleIdx="2" presStyleCnt="3"/>
      <dgm:spPr/>
    </dgm:pt>
    <dgm:pt modelId="{1D3CDCA0-0D64-4416-B239-6CD18205FF34}" type="pres">
      <dgm:prSet presAssocID="{A942FF9A-42BA-430B-ABD7-196DCFB65EB0}" presName="horz1" presStyleCnt="0"/>
      <dgm:spPr/>
    </dgm:pt>
    <dgm:pt modelId="{875045B5-4B7D-4101-AC57-647CF5544AA6}" type="pres">
      <dgm:prSet presAssocID="{A942FF9A-42BA-430B-ABD7-196DCFB65EB0}" presName="tx1" presStyleLbl="revTx" presStyleIdx="2" presStyleCnt="3"/>
      <dgm:spPr/>
    </dgm:pt>
    <dgm:pt modelId="{AC720035-1C0F-4760-91C5-7052C8596B30}" type="pres">
      <dgm:prSet presAssocID="{A942FF9A-42BA-430B-ABD7-196DCFB65EB0}" presName="vert1" presStyleCnt="0"/>
      <dgm:spPr/>
    </dgm:pt>
  </dgm:ptLst>
  <dgm:cxnLst>
    <dgm:cxn modelId="{A88BAF1B-C036-41A0-A8C8-E87B5D8E056E}" type="presOf" srcId="{A942FF9A-42BA-430B-ABD7-196DCFB65EB0}" destId="{875045B5-4B7D-4101-AC57-647CF5544AA6}" srcOrd="0" destOrd="0" presId="urn:microsoft.com/office/officeart/2008/layout/LinedList"/>
    <dgm:cxn modelId="{6CAA3272-C989-402A-AD6F-23EA8DD62E0D}" type="presOf" srcId="{6B4407D2-3879-4384-B872-3A38CDC5AF67}" destId="{37B73152-6A47-4F0D-A431-37A8642F1EC9}" srcOrd="0" destOrd="0" presId="urn:microsoft.com/office/officeart/2008/layout/LinedList"/>
    <dgm:cxn modelId="{1F02C097-6B06-4517-ADDE-0A12738B1455}" srcId="{20673D74-9866-4C15-8D36-A3CF0872F3F3}" destId="{6B4407D2-3879-4384-B872-3A38CDC5AF67}" srcOrd="1" destOrd="0" parTransId="{337D0E4B-4E88-4B84-93EF-4D57B9FF3543}" sibTransId="{DD6FFA95-E9B7-464D-8E2C-B1834EABA2F0}"/>
    <dgm:cxn modelId="{B3103CD6-14CF-4007-8C20-2DA132E35762}" srcId="{20673D74-9866-4C15-8D36-A3CF0872F3F3}" destId="{1099A781-1E59-4735-89B4-A602475A6703}" srcOrd="0" destOrd="0" parTransId="{7A12F527-D938-4D44-AA24-D90C70D1C9AA}" sibTransId="{1D792393-1CD1-4042-9C45-9096419DCE75}"/>
    <dgm:cxn modelId="{5556BED8-5510-4124-8478-118C8E44BB7A}" srcId="{20673D74-9866-4C15-8D36-A3CF0872F3F3}" destId="{A942FF9A-42BA-430B-ABD7-196DCFB65EB0}" srcOrd="2" destOrd="0" parTransId="{98FDFED5-CBD5-4994-AC69-94CC48E2DED1}" sibTransId="{EF2B721E-C5DD-40D2-9A70-2DFAC52B6B1E}"/>
    <dgm:cxn modelId="{52B151F7-9BAD-4B99-8253-3EE143490FF2}" type="presOf" srcId="{1099A781-1E59-4735-89B4-A602475A6703}" destId="{26161494-E26F-4882-BE69-2DD82397B83A}" srcOrd="0" destOrd="0" presId="urn:microsoft.com/office/officeart/2008/layout/LinedList"/>
    <dgm:cxn modelId="{BA9584FC-A079-4B99-AD5C-5D1D60F175B9}" type="presOf" srcId="{20673D74-9866-4C15-8D36-A3CF0872F3F3}" destId="{F11516D9-7774-4316-A3ED-CBDF08721885}" srcOrd="0" destOrd="0" presId="urn:microsoft.com/office/officeart/2008/layout/LinedList"/>
    <dgm:cxn modelId="{B2F229FA-6630-402C-B984-AB58C064B0C5}" type="presParOf" srcId="{F11516D9-7774-4316-A3ED-CBDF08721885}" destId="{64C32979-C0EB-41D0-A51A-C9CAF32A7071}" srcOrd="0" destOrd="0" presId="urn:microsoft.com/office/officeart/2008/layout/LinedList"/>
    <dgm:cxn modelId="{B18ACDB6-BA77-4687-B350-3D9D77ED2DF9}" type="presParOf" srcId="{F11516D9-7774-4316-A3ED-CBDF08721885}" destId="{4940B19D-9B8F-43CD-A974-A0401A3BA43F}" srcOrd="1" destOrd="0" presId="urn:microsoft.com/office/officeart/2008/layout/LinedList"/>
    <dgm:cxn modelId="{E1E6C908-3C1C-4A04-ACE9-727A2AE487B7}" type="presParOf" srcId="{4940B19D-9B8F-43CD-A974-A0401A3BA43F}" destId="{26161494-E26F-4882-BE69-2DD82397B83A}" srcOrd="0" destOrd="0" presId="urn:microsoft.com/office/officeart/2008/layout/LinedList"/>
    <dgm:cxn modelId="{B499A6BF-3501-43C5-A5FD-8767933F1561}" type="presParOf" srcId="{4940B19D-9B8F-43CD-A974-A0401A3BA43F}" destId="{2E094638-D67B-4849-981A-E6D0E2D51A72}" srcOrd="1" destOrd="0" presId="urn:microsoft.com/office/officeart/2008/layout/LinedList"/>
    <dgm:cxn modelId="{CB32B335-965B-4AFF-A31D-9C64A37FC91A}" type="presParOf" srcId="{F11516D9-7774-4316-A3ED-CBDF08721885}" destId="{01D34F0D-B02D-440E-89FA-2321E6742A9A}" srcOrd="2" destOrd="0" presId="urn:microsoft.com/office/officeart/2008/layout/LinedList"/>
    <dgm:cxn modelId="{F61E6999-63F3-4BB4-BC7A-67AEE673BE0F}" type="presParOf" srcId="{F11516D9-7774-4316-A3ED-CBDF08721885}" destId="{F1E902B2-220C-4548-AB52-5355C5ABCEAA}" srcOrd="3" destOrd="0" presId="urn:microsoft.com/office/officeart/2008/layout/LinedList"/>
    <dgm:cxn modelId="{FE971C14-F58B-4D39-ACE7-C7045BB7F352}" type="presParOf" srcId="{F1E902B2-220C-4548-AB52-5355C5ABCEAA}" destId="{37B73152-6A47-4F0D-A431-37A8642F1EC9}" srcOrd="0" destOrd="0" presId="urn:microsoft.com/office/officeart/2008/layout/LinedList"/>
    <dgm:cxn modelId="{4A1035E8-76C7-47BE-A80B-8212C7A4970C}" type="presParOf" srcId="{F1E902B2-220C-4548-AB52-5355C5ABCEAA}" destId="{7E96A8C7-72BF-462A-9F36-75A5E285FFCF}" srcOrd="1" destOrd="0" presId="urn:microsoft.com/office/officeart/2008/layout/LinedList"/>
    <dgm:cxn modelId="{51DA5CD6-8D5F-4104-8933-166D8E99516B}" type="presParOf" srcId="{F11516D9-7774-4316-A3ED-CBDF08721885}" destId="{FD4C3EBC-4597-41EE-A2F3-8F7DBE4CA5A9}" srcOrd="4" destOrd="0" presId="urn:microsoft.com/office/officeart/2008/layout/LinedList"/>
    <dgm:cxn modelId="{36E375A6-359C-4445-8CC6-5DADA0AF83EB}" type="presParOf" srcId="{F11516D9-7774-4316-A3ED-CBDF08721885}" destId="{1D3CDCA0-0D64-4416-B239-6CD18205FF34}" srcOrd="5" destOrd="0" presId="urn:microsoft.com/office/officeart/2008/layout/LinedList"/>
    <dgm:cxn modelId="{07331488-F2F6-450A-8B6A-1DA25D8997A9}" type="presParOf" srcId="{1D3CDCA0-0D64-4416-B239-6CD18205FF34}" destId="{875045B5-4B7D-4101-AC57-647CF5544AA6}" srcOrd="0" destOrd="0" presId="urn:microsoft.com/office/officeart/2008/layout/LinedList"/>
    <dgm:cxn modelId="{0B0F0167-40BB-4B71-B518-96114EA5C22F}" type="presParOf" srcId="{1D3CDCA0-0D64-4416-B239-6CD18205FF34}" destId="{AC720035-1C0F-4760-91C5-7052C8596B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8C9A554-A0EF-47FD-96A1-8B6FB3AEDB4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1C6E912-59CA-4C12-B9D9-8232C00631CB}">
      <dgm:prSet/>
      <dgm:spPr/>
      <dgm:t>
        <a:bodyPr/>
        <a:lstStyle/>
        <a:p>
          <a:r>
            <a:rPr lang="en-US" b="1"/>
            <a:t>1 - Improvement: Using Argon2 rather than </a:t>
          </a:r>
          <a:r>
            <a:rPr lang="en-US" b="1" i="1"/>
            <a:t>bcrypt</a:t>
          </a:r>
          <a:endParaRPr lang="en-US"/>
        </a:p>
      </dgm:t>
    </dgm:pt>
    <dgm:pt modelId="{ADF60B5A-17B3-4E75-A658-BB4501563870}" type="parTrans" cxnId="{4EF98FC6-5697-472B-ABD7-FBAA52677CE9}">
      <dgm:prSet/>
      <dgm:spPr/>
      <dgm:t>
        <a:bodyPr/>
        <a:lstStyle/>
        <a:p>
          <a:endParaRPr lang="en-US"/>
        </a:p>
      </dgm:t>
    </dgm:pt>
    <dgm:pt modelId="{CDD4B638-FC98-487B-9F27-C772F8C9FEE1}" type="sibTrans" cxnId="{4EF98FC6-5697-472B-ABD7-FBAA52677CE9}">
      <dgm:prSet/>
      <dgm:spPr/>
      <dgm:t>
        <a:bodyPr/>
        <a:lstStyle/>
        <a:p>
          <a:endParaRPr lang="en-US"/>
        </a:p>
      </dgm:t>
    </dgm:pt>
    <dgm:pt modelId="{DD1CE3F8-A36A-4584-9598-158732F59ED1}">
      <dgm:prSet/>
      <dgm:spPr/>
      <dgm:t>
        <a:bodyPr/>
        <a:lstStyle/>
        <a:p>
          <a:r>
            <a:rPr lang="en-US" b="1"/>
            <a:t>Reasons:</a:t>
          </a:r>
          <a:endParaRPr lang="en-US"/>
        </a:p>
      </dgm:t>
    </dgm:pt>
    <dgm:pt modelId="{3EB5687D-455A-44E0-94C7-8B5DB1814A29}" type="parTrans" cxnId="{F7EC7DAA-3B8D-42E3-8E93-A11E3D7A8FB8}">
      <dgm:prSet/>
      <dgm:spPr/>
      <dgm:t>
        <a:bodyPr/>
        <a:lstStyle/>
        <a:p>
          <a:endParaRPr lang="en-US"/>
        </a:p>
      </dgm:t>
    </dgm:pt>
    <dgm:pt modelId="{472E4297-A4F2-4980-9FD1-2F7B49137306}" type="sibTrans" cxnId="{F7EC7DAA-3B8D-42E3-8E93-A11E3D7A8FB8}">
      <dgm:prSet/>
      <dgm:spPr/>
      <dgm:t>
        <a:bodyPr/>
        <a:lstStyle/>
        <a:p>
          <a:endParaRPr lang="en-US"/>
        </a:p>
      </dgm:t>
    </dgm:pt>
    <dgm:pt modelId="{FEE2CD5B-91DA-4120-B516-46045429628D}">
      <dgm:prSet/>
      <dgm:spPr/>
      <dgm:t>
        <a:bodyPr/>
        <a:lstStyle/>
        <a:p>
          <a:r>
            <a:rPr lang="en-US" b="1"/>
            <a:t>It is memory-hard (resistant to GPU-based attacks).</a:t>
          </a:r>
          <a:endParaRPr lang="en-US"/>
        </a:p>
      </dgm:t>
    </dgm:pt>
    <dgm:pt modelId="{6A03BDF5-2E4E-4B97-A049-6375BEA81B65}" type="parTrans" cxnId="{FD9EF408-95BB-4BB6-9A58-1B6F19D303BE}">
      <dgm:prSet/>
      <dgm:spPr/>
      <dgm:t>
        <a:bodyPr/>
        <a:lstStyle/>
        <a:p>
          <a:endParaRPr lang="en-US"/>
        </a:p>
      </dgm:t>
    </dgm:pt>
    <dgm:pt modelId="{CBE36346-FADF-4E4B-B04C-A7E1C2E11D32}" type="sibTrans" cxnId="{FD9EF408-95BB-4BB6-9A58-1B6F19D303BE}">
      <dgm:prSet/>
      <dgm:spPr/>
      <dgm:t>
        <a:bodyPr/>
        <a:lstStyle/>
        <a:p>
          <a:endParaRPr lang="en-US"/>
        </a:p>
      </dgm:t>
    </dgm:pt>
    <dgm:pt modelId="{9B9EAE6F-17F7-478D-8E36-BE77538C4F86}">
      <dgm:prSet/>
      <dgm:spPr/>
      <dgm:t>
        <a:bodyPr/>
        <a:lstStyle/>
        <a:p>
          <a:r>
            <a:rPr lang="en-US" b="1"/>
            <a:t>Slows down brute-force, DDoS, attacks efficiently.</a:t>
          </a:r>
          <a:endParaRPr lang="en-US"/>
        </a:p>
      </dgm:t>
    </dgm:pt>
    <dgm:pt modelId="{C530A787-6077-4243-AA9E-3C815611C493}" type="parTrans" cxnId="{D8A929AA-97F3-456A-BD9A-7EF2D3D59C74}">
      <dgm:prSet/>
      <dgm:spPr/>
      <dgm:t>
        <a:bodyPr/>
        <a:lstStyle/>
        <a:p>
          <a:endParaRPr lang="en-US"/>
        </a:p>
      </dgm:t>
    </dgm:pt>
    <dgm:pt modelId="{74EFC304-A3DC-4FC7-8D1D-985A009D26A9}" type="sibTrans" cxnId="{D8A929AA-97F3-456A-BD9A-7EF2D3D59C74}">
      <dgm:prSet/>
      <dgm:spPr/>
      <dgm:t>
        <a:bodyPr/>
        <a:lstStyle/>
        <a:p>
          <a:endParaRPr lang="en-US"/>
        </a:p>
      </dgm:t>
    </dgm:pt>
    <dgm:pt modelId="{BAB5F962-C8AD-45F6-B2BD-6CD8E3AF6B32}">
      <dgm:prSet/>
      <dgm:spPr/>
      <dgm:t>
        <a:bodyPr/>
        <a:lstStyle/>
        <a:p>
          <a:r>
            <a:rPr lang="en-US"/>
            <a:t>2 - To catch the ValueError exception messages in my  code and handle it gracefully, using a try...except block while running test files within test folder</a:t>
          </a:r>
        </a:p>
      </dgm:t>
    </dgm:pt>
    <dgm:pt modelId="{79BBEF54-BE9F-4556-B24D-BF41BEC9539F}" type="parTrans" cxnId="{1AC9174D-03FD-4A45-9C20-463EAA020A5A}">
      <dgm:prSet/>
      <dgm:spPr/>
      <dgm:t>
        <a:bodyPr/>
        <a:lstStyle/>
        <a:p>
          <a:endParaRPr lang="en-US"/>
        </a:p>
      </dgm:t>
    </dgm:pt>
    <dgm:pt modelId="{670A9485-775E-4CA4-AB30-C07E58668296}" type="sibTrans" cxnId="{1AC9174D-03FD-4A45-9C20-463EAA020A5A}">
      <dgm:prSet/>
      <dgm:spPr/>
      <dgm:t>
        <a:bodyPr/>
        <a:lstStyle/>
        <a:p>
          <a:endParaRPr lang="en-US"/>
        </a:p>
      </dgm:t>
    </dgm:pt>
    <dgm:pt modelId="{30854713-9A2A-4695-948F-3E467DBC260B}">
      <dgm:prSet/>
      <dgm:spPr/>
      <dgm:t>
        <a:bodyPr/>
        <a:lstStyle/>
        <a:p>
          <a:r>
            <a:rPr lang="en-US"/>
            <a:t>3 – Imbedding Administration</a:t>
          </a:r>
        </a:p>
      </dgm:t>
    </dgm:pt>
    <dgm:pt modelId="{A5E4CC41-4024-4207-8B88-0BEC1E6D85F5}" type="parTrans" cxnId="{FED068CC-5C59-472A-BEB5-8C3D76D218B7}">
      <dgm:prSet/>
      <dgm:spPr/>
      <dgm:t>
        <a:bodyPr/>
        <a:lstStyle/>
        <a:p>
          <a:endParaRPr lang="en-US"/>
        </a:p>
      </dgm:t>
    </dgm:pt>
    <dgm:pt modelId="{C3590AAB-21BF-44CC-9EA9-286E34EE8E70}" type="sibTrans" cxnId="{FED068CC-5C59-472A-BEB5-8C3D76D218B7}">
      <dgm:prSet/>
      <dgm:spPr/>
      <dgm:t>
        <a:bodyPr/>
        <a:lstStyle/>
        <a:p>
          <a:endParaRPr lang="en-US"/>
        </a:p>
      </dgm:t>
    </dgm:pt>
    <dgm:pt modelId="{E0774D59-2A1D-400E-B827-291A6223886C}" type="pres">
      <dgm:prSet presAssocID="{F8C9A554-A0EF-47FD-96A1-8B6FB3AEDB4C}" presName="linear" presStyleCnt="0">
        <dgm:presLayoutVars>
          <dgm:animLvl val="lvl"/>
          <dgm:resizeHandles val="exact"/>
        </dgm:presLayoutVars>
      </dgm:prSet>
      <dgm:spPr/>
    </dgm:pt>
    <dgm:pt modelId="{B9579239-309F-4B70-916C-AA37A0172E84}" type="pres">
      <dgm:prSet presAssocID="{81C6E912-59CA-4C12-B9D9-8232C00631C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30C578D-F383-4DBB-B8F4-8D53D0E2F7C6}" type="pres">
      <dgm:prSet presAssocID="{CDD4B638-FC98-487B-9F27-C772F8C9FEE1}" presName="spacer" presStyleCnt="0"/>
      <dgm:spPr/>
    </dgm:pt>
    <dgm:pt modelId="{D0967CAC-15B8-4280-B75E-6469522F53CE}" type="pres">
      <dgm:prSet presAssocID="{DD1CE3F8-A36A-4584-9598-158732F59ED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C953552-82D6-4812-92BE-25BB2479B4C9}" type="pres">
      <dgm:prSet presAssocID="{472E4297-A4F2-4980-9FD1-2F7B49137306}" presName="spacer" presStyleCnt="0"/>
      <dgm:spPr/>
    </dgm:pt>
    <dgm:pt modelId="{7773FDB8-3423-4ADA-8554-DDC9CB836652}" type="pres">
      <dgm:prSet presAssocID="{FEE2CD5B-91DA-4120-B516-46045429628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90CCB6E-42D1-4BCB-91AE-F3EBA6E5BCE5}" type="pres">
      <dgm:prSet presAssocID="{CBE36346-FADF-4E4B-B04C-A7E1C2E11D32}" presName="spacer" presStyleCnt="0"/>
      <dgm:spPr/>
    </dgm:pt>
    <dgm:pt modelId="{97D7093C-3DA5-4D59-9549-716AA36D225E}" type="pres">
      <dgm:prSet presAssocID="{9B9EAE6F-17F7-478D-8E36-BE77538C4F8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C47A5F5-8400-46D7-829F-C9307C8C39CA}" type="pres">
      <dgm:prSet presAssocID="{74EFC304-A3DC-4FC7-8D1D-985A009D26A9}" presName="spacer" presStyleCnt="0"/>
      <dgm:spPr/>
    </dgm:pt>
    <dgm:pt modelId="{5E265569-CCCA-470A-AF87-3A490E25BD68}" type="pres">
      <dgm:prSet presAssocID="{BAB5F962-C8AD-45F6-B2BD-6CD8E3AF6B3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157FC47-F71A-45BD-ADF8-DA4E739AE4D7}" type="pres">
      <dgm:prSet presAssocID="{670A9485-775E-4CA4-AB30-C07E58668296}" presName="spacer" presStyleCnt="0"/>
      <dgm:spPr/>
    </dgm:pt>
    <dgm:pt modelId="{5962FCAE-619D-488D-A415-359EFDD40509}" type="pres">
      <dgm:prSet presAssocID="{30854713-9A2A-4695-948F-3E467DBC260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D9EF408-95BB-4BB6-9A58-1B6F19D303BE}" srcId="{F8C9A554-A0EF-47FD-96A1-8B6FB3AEDB4C}" destId="{FEE2CD5B-91DA-4120-B516-46045429628D}" srcOrd="2" destOrd="0" parTransId="{6A03BDF5-2E4E-4B97-A049-6375BEA81B65}" sibTransId="{CBE36346-FADF-4E4B-B04C-A7E1C2E11D32}"/>
    <dgm:cxn modelId="{E1834411-213C-472F-9F4A-627B7A328161}" type="presOf" srcId="{BAB5F962-C8AD-45F6-B2BD-6CD8E3AF6B32}" destId="{5E265569-CCCA-470A-AF87-3A490E25BD68}" srcOrd="0" destOrd="0" presId="urn:microsoft.com/office/officeart/2005/8/layout/vList2"/>
    <dgm:cxn modelId="{D2A47E34-3ABA-40E0-A0C7-6E2EF4582D13}" type="presOf" srcId="{9B9EAE6F-17F7-478D-8E36-BE77538C4F86}" destId="{97D7093C-3DA5-4D59-9549-716AA36D225E}" srcOrd="0" destOrd="0" presId="urn:microsoft.com/office/officeart/2005/8/layout/vList2"/>
    <dgm:cxn modelId="{D5A1F45F-338D-44E1-BFCA-D6CDA9C6708B}" type="presOf" srcId="{30854713-9A2A-4695-948F-3E467DBC260B}" destId="{5962FCAE-619D-488D-A415-359EFDD40509}" srcOrd="0" destOrd="0" presId="urn:microsoft.com/office/officeart/2005/8/layout/vList2"/>
    <dgm:cxn modelId="{1AC9174D-03FD-4A45-9C20-463EAA020A5A}" srcId="{F8C9A554-A0EF-47FD-96A1-8B6FB3AEDB4C}" destId="{BAB5F962-C8AD-45F6-B2BD-6CD8E3AF6B32}" srcOrd="4" destOrd="0" parTransId="{79BBEF54-BE9F-4556-B24D-BF41BEC9539F}" sibTransId="{670A9485-775E-4CA4-AB30-C07E58668296}"/>
    <dgm:cxn modelId="{6FC9A999-ACC0-4AA9-9A86-A9627B48BAED}" type="presOf" srcId="{DD1CE3F8-A36A-4584-9598-158732F59ED1}" destId="{D0967CAC-15B8-4280-B75E-6469522F53CE}" srcOrd="0" destOrd="0" presId="urn:microsoft.com/office/officeart/2005/8/layout/vList2"/>
    <dgm:cxn modelId="{D8A929AA-97F3-456A-BD9A-7EF2D3D59C74}" srcId="{F8C9A554-A0EF-47FD-96A1-8B6FB3AEDB4C}" destId="{9B9EAE6F-17F7-478D-8E36-BE77538C4F86}" srcOrd="3" destOrd="0" parTransId="{C530A787-6077-4243-AA9E-3C815611C493}" sibTransId="{74EFC304-A3DC-4FC7-8D1D-985A009D26A9}"/>
    <dgm:cxn modelId="{F7EC7DAA-3B8D-42E3-8E93-A11E3D7A8FB8}" srcId="{F8C9A554-A0EF-47FD-96A1-8B6FB3AEDB4C}" destId="{DD1CE3F8-A36A-4584-9598-158732F59ED1}" srcOrd="1" destOrd="0" parTransId="{3EB5687D-455A-44E0-94C7-8B5DB1814A29}" sibTransId="{472E4297-A4F2-4980-9FD1-2F7B49137306}"/>
    <dgm:cxn modelId="{4EF98FC6-5697-472B-ABD7-FBAA52677CE9}" srcId="{F8C9A554-A0EF-47FD-96A1-8B6FB3AEDB4C}" destId="{81C6E912-59CA-4C12-B9D9-8232C00631CB}" srcOrd="0" destOrd="0" parTransId="{ADF60B5A-17B3-4E75-A658-BB4501563870}" sibTransId="{CDD4B638-FC98-487B-9F27-C772F8C9FEE1}"/>
    <dgm:cxn modelId="{FED068CC-5C59-472A-BEB5-8C3D76D218B7}" srcId="{F8C9A554-A0EF-47FD-96A1-8B6FB3AEDB4C}" destId="{30854713-9A2A-4695-948F-3E467DBC260B}" srcOrd="5" destOrd="0" parTransId="{A5E4CC41-4024-4207-8B88-0BEC1E6D85F5}" sibTransId="{C3590AAB-21BF-44CC-9EA9-286E34EE8E70}"/>
    <dgm:cxn modelId="{ADD40AD1-693D-4E28-B7F7-5D9CAAF47ED0}" type="presOf" srcId="{FEE2CD5B-91DA-4120-B516-46045429628D}" destId="{7773FDB8-3423-4ADA-8554-DDC9CB836652}" srcOrd="0" destOrd="0" presId="urn:microsoft.com/office/officeart/2005/8/layout/vList2"/>
    <dgm:cxn modelId="{748430E5-FF67-4A76-A7B2-05AE2275C8A0}" type="presOf" srcId="{81C6E912-59CA-4C12-B9D9-8232C00631CB}" destId="{B9579239-309F-4B70-916C-AA37A0172E84}" srcOrd="0" destOrd="0" presId="urn:microsoft.com/office/officeart/2005/8/layout/vList2"/>
    <dgm:cxn modelId="{B34258F8-76E2-4A50-A887-6C625DA14EE9}" type="presOf" srcId="{F8C9A554-A0EF-47FD-96A1-8B6FB3AEDB4C}" destId="{E0774D59-2A1D-400E-B827-291A6223886C}" srcOrd="0" destOrd="0" presId="urn:microsoft.com/office/officeart/2005/8/layout/vList2"/>
    <dgm:cxn modelId="{78681D21-ECCA-488B-AD13-278D8074E843}" type="presParOf" srcId="{E0774D59-2A1D-400E-B827-291A6223886C}" destId="{B9579239-309F-4B70-916C-AA37A0172E84}" srcOrd="0" destOrd="0" presId="urn:microsoft.com/office/officeart/2005/8/layout/vList2"/>
    <dgm:cxn modelId="{BE8B402F-8D3B-4F43-8B73-BFFA193242A1}" type="presParOf" srcId="{E0774D59-2A1D-400E-B827-291A6223886C}" destId="{730C578D-F383-4DBB-B8F4-8D53D0E2F7C6}" srcOrd="1" destOrd="0" presId="urn:microsoft.com/office/officeart/2005/8/layout/vList2"/>
    <dgm:cxn modelId="{CCDAE152-82D3-494E-B0F9-2ECEDD8B0439}" type="presParOf" srcId="{E0774D59-2A1D-400E-B827-291A6223886C}" destId="{D0967CAC-15B8-4280-B75E-6469522F53CE}" srcOrd="2" destOrd="0" presId="urn:microsoft.com/office/officeart/2005/8/layout/vList2"/>
    <dgm:cxn modelId="{F8C2702D-235D-42F5-9915-D90CC58AA82F}" type="presParOf" srcId="{E0774D59-2A1D-400E-B827-291A6223886C}" destId="{DC953552-82D6-4812-92BE-25BB2479B4C9}" srcOrd="3" destOrd="0" presId="urn:microsoft.com/office/officeart/2005/8/layout/vList2"/>
    <dgm:cxn modelId="{7D22093A-AAB1-489A-AA3E-29A1C2BDABF7}" type="presParOf" srcId="{E0774D59-2A1D-400E-B827-291A6223886C}" destId="{7773FDB8-3423-4ADA-8554-DDC9CB836652}" srcOrd="4" destOrd="0" presId="urn:microsoft.com/office/officeart/2005/8/layout/vList2"/>
    <dgm:cxn modelId="{DD8A9B14-BCB9-4CFA-81C6-F5CAC49FBE7E}" type="presParOf" srcId="{E0774D59-2A1D-400E-B827-291A6223886C}" destId="{390CCB6E-42D1-4BCB-91AE-F3EBA6E5BCE5}" srcOrd="5" destOrd="0" presId="urn:microsoft.com/office/officeart/2005/8/layout/vList2"/>
    <dgm:cxn modelId="{00DEB84A-F685-4438-AE34-48DF5E8DA9E9}" type="presParOf" srcId="{E0774D59-2A1D-400E-B827-291A6223886C}" destId="{97D7093C-3DA5-4D59-9549-716AA36D225E}" srcOrd="6" destOrd="0" presId="urn:microsoft.com/office/officeart/2005/8/layout/vList2"/>
    <dgm:cxn modelId="{29A49EBD-8562-4F2D-B95F-C424BC187C36}" type="presParOf" srcId="{E0774D59-2A1D-400E-B827-291A6223886C}" destId="{3C47A5F5-8400-46D7-829F-C9307C8C39CA}" srcOrd="7" destOrd="0" presId="urn:microsoft.com/office/officeart/2005/8/layout/vList2"/>
    <dgm:cxn modelId="{1B22ACFD-B773-4D17-B1E3-0876688C99F7}" type="presParOf" srcId="{E0774D59-2A1D-400E-B827-291A6223886C}" destId="{5E265569-CCCA-470A-AF87-3A490E25BD68}" srcOrd="8" destOrd="0" presId="urn:microsoft.com/office/officeart/2005/8/layout/vList2"/>
    <dgm:cxn modelId="{45B4A45F-3118-4676-9B44-0A948C93647D}" type="presParOf" srcId="{E0774D59-2A1D-400E-B827-291A6223886C}" destId="{5157FC47-F71A-45BD-ADF8-DA4E739AE4D7}" srcOrd="9" destOrd="0" presId="urn:microsoft.com/office/officeart/2005/8/layout/vList2"/>
    <dgm:cxn modelId="{73374E28-C655-491F-84C2-DF6719BCA2DA}" type="presParOf" srcId="{E0774D59-2A1D-400E-B827-291A6223886C}" destId="{5962FCAE-619D-488D-A415-359EFDD4050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DFC97C5-CA63-4AD7-A673-3D48F2D39E4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0738394-5BDF-4DEE-B797-CB62A25E9781}">
      <dgm:prSet/>
      <dgm:spPr/>
      <dgm:t>
        <a:bodyPr/>
        <a:lstStyle/>
        <a:p>
          <a:r>
            <a:rPr lang="en-US"/>
            <a:t>Open to questions about design, implementation, or future improvements.</a:t>
          </a:r>
        </a:p>
      </dgm:t>
    </dgm:pt>
    <dgm:pt modelId="{756D8E52-8B82-4B38-A908-87E5FC3F6A56}" type="parTrans" cxnId="{76CDDD2B-637A-41BB-B66D-56E6030CDD9A}">
      <dgm:prSet/>
      <dgm:spPr/>
      <dgm:t>
        <a:bodyPr/>
        <a:lstStyle/>
        <a:p>
          <a:endParaRPr lang="en-US"/>
        </a:p>
      </dgm:t>
    </dgm:pt>
    <dgm:pt modelId="{11B31208-3F94-49F5-85E5-26F2E070A070}" type="sibTrans" cxnId="{76CDDD2B-637A-41BB-B66D-56E6030CDD9A}">
      <dgm:prSet/>
      <dgm:spPr/>
      <dgm:t>
        <a:bodyPr/>
        <a:lstStyle/>
        <a:p>
          <a:endParaRPr lang="en-US"/>
        </a:p>
      </dgm:t>
    </dgm:pt>
    <dgm:pt modelId="{853D38ED-2BE0-4EA9-8D7D-D164A1F3B081}">
      <dgm:prSet/>
      <dgm:spPr/>
      <dgm:t>
        <a:bodyPr/>
        <a:lstStyle/>
        <a:p>
          <a:r>
            <a:rPr lang="en-US"/>
            <a:t>Reflection: This project showcases the synergy of software engineering principles and real-world problem-solving.</a:t>
          </a:r>
        </a:p>
      </dgm:t>
    </dgm:pt>
    <dgm:pt modelId="{CC61482E-5D96-474B-8F76-D3DA706A4C97}" type="parTrans" cxnId="{8B6CA32A-1151-43E6-8218-6B858C49DD7F}">
      <dgm:prSet/>
      <dgm:spPr/>
      <dgm:t>
        <a:bodyPr/>
        <a:lstStyle/>
        <a:p>
          <a:endParaRPr lang="en-US"/>
        </a:p>
      </dgm:t>
    </dgm:pt>
    <dgm:pt modelId="{297E9E70-B1F6-4C74-B4B6-1DC0235931D6}" type="sibTrans" cxnId="{8B6CA32A-1151-43E6-8218-6B858C49DD7F}">
      <dgm:prSet/>
      <dgm:spPr/>
      <dgm:t>
        <a:bodyPr/>
        <a:lstStyle/>
        <a:p>
          <a:endParaRPr lang="en-US"/>
        </a:p>
      </dgm:t>
    </dgm:pt>
    <dgm:pt modelId="{1E069C6D-9776-43DD-97C2-87C028B720D4}" type="pres">
      <dgm:prSet presAssocID="{DDFC97C5-CA63-4AD7-A673-3D48F2D39E4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554AE9-84AB-4EB5-84A8-3AFBF3B7F328}" type="pres">
      <dgm:prSet presAssocID="{B0738394-5BDF-4DEE-B797-CB62A25E9781}" presName="hierRoot1" presStyleCnt="0"/>
      <dgm:spPr/>
    </dgm:pt>
    <dgm:pt modelId="{6E630057-E769-4259-9DC9-DBB5B431B437}" type="pres">
      <dgm:prSet presAssocID="{B0738394-5BDF-4DEE-B797-CB62A25E9781}" presName="composite" presStyleCnt="0"/>
      <dgm:spPr/>
    </dgm:pt>
    <dgm:pt modelId="{31BFB8A7-15DF-470F-81B4-199419DD956F}" type="pres">
      <dgm:prSet presAssocID="{B0738394-5BDF-4DEE-B797-CB62A25E9781}" presName="background" presStyleLbl="node0" presStyleIdx="0" presStyleCnt="2"/>
      <dgm:spPr/>
    </dgm:pt>
    <dgm:pt modelId="{1FF4EFE9-0A72-469C-ABB8-9D76D39D47B8}" type="pres">
      <dgm:prSet presAssocID="{B0738394-5BDF-4DEE-B797-CB62A25E9781}" presName="text" presStyleLbl="fgAcc0" presStyleIdx="0" presStyleCnt="2">
        <dgm:presLayoutVars>
          <dgm:chPref val="3"/>
        </dgm:presLayoutVars>
      </dgm:prSet>
      <dgm:spPr/>
    </dgm:pt>
    <dgm:pt modelId="{8E5690F3-FE09-49C9-9979-ECCEF8131B0C}" type="pres">
      <dgm:prSet presAssocID="{B0738394-5BDF-4DEE-B797-CB62A25E9781}" presName="hierChild2" presStyleCnt="0"/>
      <dgm:spPr/>
    </dgm:pt>
    <dgm:pt modelId="{E5F9B32B-56D3-4FB4-8327-669C0D230012}" type="pres">
      <dgm:prSet presAssocID="{853D38ED-2BE0-4EA9-8D7D-D164A1F3B081}" presName="hierRoot1" presStyleCnt="0"/>
      <dgm:spPr/>
    </dgm:pt>
    <dgm:pt modelId="{BB7961A0-CF89-4A85-BE88-D5397642CCE1}" type="pres">
      <dgm:prSet presAssocID="{853D38ED-2BE0-4EA9-8D7D-D164A1F3B081}" presName="composite" presStyleCnt="0"/>
      <dgm:spPr/>
    </dgm:pt>
    <dgm:pt modelId="{FF0D7C43-3498-4C36-923C-8D5F382D5515}" type="pres">
      <dgm:prSet presAssocID="{853D38ED-2BE0-4EA9-8D7D-D164A1F3B081}" presName="background" presStyleLbl="node0" presStyleIdx="1" presStyleCnt="2"/>
      <dgm:spPr/>
    </dgm:pt>
    <dgm:pt modelId="{786FBA7F-A500-4906-A51E-7641297B5FF9}" type="pres">
      <dgm:prSet presAssocID="{853D38ED-2BE0-4EA9-8D7D-D164A1F3B081}" presName="text" presStyleLbl="fgAcc0" presStyleIdx="1" presStyleCnt="2">
        <dgm:presLayoutVars>
          <dgm:chPref val="3"/>
        </dgm:presLayoutVars>
      </dgm:prSet>
      <dgm:spPr/>
    </dgm:pt>
    <dgm:pt modelId="{FF327895-1A11-4B53-8551-4E19649A9325}" type="pres">
      <dgm:prSet presAssocID="{853D38ED-2BE0-4EA9-8D7D-D164A1F3B081}" presName="hierChild2" presStyleCnt="0"/>
      <dgm:spPr/>
    </dgm:pt>
  </dgm:ptLst>
  <dgm:cxnLst>
    <dgm:cxn modelId="{5EB5831D-FCD4-43C7-B848-AC9EB84F827E}" type="presOf" srcId="{853D38ED-2BE0-4EA9-8D7D-D164A1F3B081}" destId="{786FBA7F-A500-4906-A51E-7641297B5FF9}" srcOrd="0" destOrd="0" presId="urn:microsoft.com/office/officeart/2005/8/layout/hierarchy1"/>
    <dgm:cxn modelId="{8B6CA32A-1151-43E6-8218-6B858C49DD7F}" srcId="{DDFC97C5-CA63-4AD7-A673-3D48F2D39E48}" destId="{853D38ED-2BE0-4EA9-8D7D-D164A1F3B081}" srcOrd="1" destOrd="0" parTransId="{CC61482E-5D96-474B-8F76-D3DA706A4C97}" sibTransId="{297E9E70-B1F6-4C74-B4B6-1DC0235931D6}"/>
    <dgm:cxn modelId="{76CDDD2B-637A-41BB-B66D-56E6030CDD9A}" srcId="{DDFC97C5-CA63-4AD7-A673-3D48F2D39E48}" destId="{B0738394-5BDF-4DEE-B797-CB62A25E9781}" srcOrd="0" destOrd="0" parTransId="{756D8E52-8B82-4B38-A908-87E5FC3F6A56}" sibTransId="{11B31208-3F94-49F5-85E5-26F2E070A070}"/>
    <dgm:cxn modelId="{18C925AE-5996-463F-9081-E1DB009A2F29}" type="presOf" srcId="{DDFC97C5-CA63-4AD7-A673-3D48F2D39E48}" destId="{1E069C6D-9776-43DD-97C2-87C028B720D4}" srcOrd="0" destOrd="0" presId="urn:microsoft.com/office/officeart/2005/8/layout/hierarchy1"/>
    <dgm:cxn modelId="{D169FFD7-71BB-4C87-BF7C-2733448C1076}" type="presOf" srcId="{B0738394-5BDF-4DEE-B797-CB62A25E9781}" destId="{1FF4EFE9-0A72-469C-ABB8-9D76D39D47B8}" srcOrd="0" destOrd="0" presId="urn:microsoft.com/office/officeart/2005/8/layout/hierarchy1"/>
    <dgm:cxn modelId="{A2753E24-275E-4A22-BD56-2E128AC4D183}" type="presParOf" srcId="{1E069C6D-9776-43DD-97C2-87C028B720D4}" destId="{E2554AE9-84AB-4EB5-84A8-3AFBF3B7F328}" srcOrd="0" destOrd="0" presId="urn:microsoft.com/office/officeart/2005/8/layout/hierarchy1"/>
    <dgm:cxn modelId="{0A46ED34-F7CD-4D3B-BBE8-D993A8D82244}" type="presParOf" srcId="{E2554AE9-84AB-4EB5-84A8-3AFBF3B7F328}" destId="{6E630057-E769-4259-9DC9-DBB5B431B437}" srcOrd="0" destOrd="0" presId="urn:microsoft.com/office/officeart/2005/8/layout/hierarchy1"/>
    <dgm:cxn modelId="{0FA34EE1-CDB0-466B-889D-5D9787C3CCC6}" type="presParOf" srcId="{6E630057-E769-4259-9DC9-DBB5B431B437}" destId="{31BFB8A7-15DF-470F-81B4-199419DD956F}" srcOrd="0" destOrd="0" presId="urn:microsoft.com/office/officeart/2005/8/layout/hierarchy1"/>
    <dgm:cxn modelId="{99238DFA-AD5C-4D26-AA82-572F9BCB1452}" type="presParOf" srcId="{6E630057-E769-4259-9DC9-DBB5B431B437}" destId="{1FF4EFE9-0A72-469C-ABB8-9D76D39D47B8}" srcOrd="1" destOrd="0" presId="urn:microsoft.com/office/officeart/2005/8/layout/hierarchy1"/>
    <dgm:cxn modelId="{CB829249-65FE-417C-BA2F-83B3235C1598}" type="presParOf" srcId="{E2554AE9-84AB-4EB5-84A8-3AFBF3B7F328}" destId="{8E5690F3-FE09-49C9-9979-ECCEF8131B0C}" srcOrd="1" destOrd="0" presId="urn:microsoft.com/office/officeart/2005/8/layout/hierarchy1"/>
    <dgm:cxn modelId="{FEA46003-4FD7-453C-9BAE-D68200A5FAF9}" type="presParOf" srcId="{1E069C6D-9776-43DD-97C2-87C028B720D4}" destId="{E5F9B32B-56D3-4FB4-8327-669C0D230012}" srcOrd="1" destOrd="0" presId="urn:microsoft.com/office/officeart/2005/8/layout/hierarchy1"/>
    <dgm:cxn modelId="{EBD9CE08-07E8-4A61-915D-0DAC50B76CA8}" type="presParOf" srcId="{E5F9B32B-56D3-4FB4-8327-669C0D230012}" destId="{BB7961A0-CF89-4A85-BE88-D5397642CCE1}" srcOrd="0" destOrd="0" presId="urn:microsoft.com/office/officeart/2005/8/layout/hierarchy1"/>
    <dgm:cxn modelId="{94F31FD7-3896-4F3F-BA6D-2E8EA6B9D656}" type="presParOf" srcId="{BB7961A0-CF89-4A85-BE88-D5397642CCE1}" destId="{FF0D7C43-3498-4C36-923C-8D5F382D5515}" srcOrd="0" destOrd="0" presId="urn:microsoft.com/office/officeart/2005/8/layout/hierarchy1"/>
    <dgm:cxn modelId="{C9E01894-8D54-405D-BDE1-C8E4AFF3132A}" type="presParOf" srcId="{BB7961A0-CF89-4A85-BE88-D5397642CCE1}" destId="{786FBA7F-A500-4906-A51E-7641297B5FF9}" srcOrd="1" destOrd="0" presId="urn:microsoft.com/office/officeart/2005/8/layout/hierarchy1"/>
    <dgm:cxn modelId="{8A4B6564-5D90-44C4-A4A8-0C5A4BAB7284}" type="presParOf" srcId="{E5F9B32B-56D3-4FB4-8327-669C0D230012}" destId="{FF327895-1A11-4B53-8551-4E19649A932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84BE8-9B22-4298-9858-0FB39309A6EF}">
      <dsp:nvSpPr>
        <dsp:cNvPr id="0" name=""/>
        <dsp:cNvSpPr/>
      </dsp:nvSpPr>
      <dsp:spPr>
        <a:xfrm>
          <a:off x="0" y="558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30D3D-F8EB-4959-9099-80E87A2665D8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1182C-9C3B-41CF-BCEB-25E2A94EC5F8}">
      <dsp:nvSpPr>
        <dsp:cNvPr id="0" name=""/>
        <dsp:cNvSpPr/>
      </dsp:nvSpPr>
      <dsp:spPr>
        <a:xfrm>
          <a:off x="1508391" y="558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GitHub link: </a:t>
          </a:r>
          <a:r>
            <a:rPr lang="en-US" sz="1500" kern="1200">
              <a:hlinkClick xmlns:r="http://schemas.openxmlformats.org/officeDocument/2006/relationships" r:id="rId3"/>
            </a:rPr>
            <a:t>https://github.com/pg25304/ecommerce-capstone-project/tree/master</a:t>
          </a:r>
          <a:r>
            <a:rPr lang="en-US" sz="1500" kern="1200"/>
            <a:t> </a:t>
          </a:r>
        </a:p>
      </dsp:txBody>
      <dsp:txXfrm>
        <a:off x="1508391" y="558"/>
        <a:ext cx="4987658" cy="1305966"/>
      </dsp:txXfrm>
    </dsp:sp>
    <dsp:sp modelId="{7A323C92-26D6-4B28-B115-BC42EE1796F6}">
      <dsp:nvSpPr>
        <dsp:cNvPr id="0" name=""/>
        <dsp:cNvSpPr/>
      </dsp:nvSpPr>
      <dsp:spPr>
        <a:xfrm>
          <a:off x="0" y="1633016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130CF-077C-40C8-90EC-1C8D2F5B5933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1FE03-6828-4EF7-BC29-E11B99CD06E9}">
      <dsp:nvSpPr>
        <dsp:cNvPr id="0" name=""/>
        <dsp:cNvSpPr/>
      </dsp:nvSpPr>
      <dsp:spPr>
        <a:xfrm>
          <a:off x="1508391" y="1633016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Scope:</a:t>
          </a:r>
          <a:br>
            <a:rPr lang="en-US" sz="1500" kern="1200"/>
          </a:br>
          <a:r>
            <a:rPr lang="en-US" sz="1500" kern="1200"/>
            <a:t>Development of a scalable and secure e-commerce application.</a:t>
          </a:r>
        </a:p>
      </dsp:txBody>
      <dsp:txXfrm>
        <a:off x="1508391" y="1633016"/>
        <a:ext cx="4987658" cy="1305966"/>
      </dsp:txXfrm>
    </dsp:sp>
    <dsp:sp modelId="{8478E0C5-2112-430E-8D9C-447FAAA984DF}">
      <dsp:nvSpPr>
        <dsp:cNvPr id="0" name=""/>
        <dsp:cNvSpPr/>
      </dsp:nvSpPr>
      <dsp:spPr>
        <a:xfrm>
          <a:off x="0" y="3265475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15A27-405D-4199-919F-39B10949FB89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6DA0D-6C65-4514-A1D9-CB5E11725AF9}">
      <dsp:nvSpPr>
        <dsp:cNvPr id="0" name=""/>
        <dsp:cNvSpPr/>
      </dsp:nvSpPr>
      <dsp:spPr>
        <a:xfrm>
          <a:off x="1508391" y="3265475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Purpose:</a:t>
          </a:r>
          <a:br>
            <a:rPr lang="en-US" sz="1500" kern="1200"/>
          </a:br>
          <a:r>
            <a:rPr lang="en-US" sz="1500" kern="1200"/>
            <a:t>Address challenges in user management, order processing, and inventory management through modular design and secure coding principles.</a:t>
          </a:r>
        </a:p>
      </dsp:txBody>
      <dsp:txXfrm>
        <a:off x="1508391" y="3265475"/>
        <a:ext cx="4987658" cy="1305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57714-E7AA-4C85-AF32-74A563C74292}">
      <dsp:nvSpPr>
        <dsp:cNvPr id="0" name=""/>
        <dsp:cNvSpPr/>
      </dsp:nvSpPr>
      <dsp:spPr>
        <a:xfrm>
          <a:off x="0" y="415"/>
          <a:ext cx="10895369" cy="9724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E068A7-5725-4708-8D25-783D62348A8D}">
      <dsp:nvSpPr>
        <dsp:cNvPr id="0" name=""/>
        <dsp:cNvSpPr/>
      </dsp:nvSpPr>
      <dsp:spPr>
        <a:xfrm>
          <a:off x="294154" y="219208"/>
          <a:ext cx="534827" cy="5348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3837A-6BF0-47B5-82FA-A3DAAED0D5F6}">
      <dsp:nvSpPr>
        <dsp:cNvPr id="0" name=""/>
        <dsp:cNvSpPr/>
      </dsp:nvSpPr>
      <dsp:spPr>
        <a:xfrm>
          <a:off x="1123137" y="415"/>
          <a:ext cx="9772232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User Management: User registration and login with password security.  </a:t>
          </a:r>
        </a:p>
      </dsp:txBody>
      <dsp:txXfrm>
        <a:off x="1123137" y="415"/>
        <a:ext cx="9772232" cy="972413"/>
      </dsp:txXfrm>
    </dsp:sp>
    <dsp:sp modelId="{9D0928BD-26BF-4C26-9D2E-0275E51090A1}">
      <dsp:nvSpPr>
        <dsp:cNvPr id="0" name=""/>
        <dsp:cNvSpPr/>
      </dsp:nvSpPr>
      <dsp:spPr>
        <a:xfrm>
          <a:off x="0" y="1215931"/>
          <a:ext cx="10895369" cy="9724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5E39D-A48A-42FD-8EE3-7ECCD3896A09}">
      <dsp:nvSpPr>
        <dsp:cNvPr id="0" name=""/>
        <dsp:cNvSpPr/>
      </dsp:nvSpPr>
      <dsp:spPr>
        <a:xfrm>
          <a:off x="294154" y="1434724"/>
          <a:ext cx="534827" cy="5348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83469-74CB-49C1-89AF-6261007D586C}">
      <dsp:nvSpPr>
        <dsp:cNvPr id="0" name=""/>
        <dsp:cNvSpPr/>
      </dsp:nvSpPr>
      <dsp:spPr>
        <a:xfrm>
          <a:off x="1123137" y="1215931"/>
          <a:ext cx="9772232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Product management: Add, view, and manage products.  </a:t>
          </a:r>
        </a:p>
      </dsp:txBody>
      <dsp:txXfrm>
        <a:off x="1123137" y="1215931"/>
        <a:ext cx="9772232" cy="972413"/>
      </dsp:txXfrm>
    </dsp:sp>
    <dsp:sp modelId="{A63F26BB-9A8A-447B-81E9-D8653391F3B0}">
      <dsp:nvSpPr>
        <dsp:cNvPr id="0" name=""/>
        <dsp:cNvSpPr/>
      </dsp:nvSpPr>
      <dsp:spPr>
        <a:xfrm>
          <a:off x="0" y="2431448"/>
          <a:ext cx="10895369" cy="9724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BAF0D-8220-4CE1-A918-17D2681B30C6}">
      <dsp:nvSpPr>
        <dsp:cNvPr id="0" name=""/>
        <dsp:cNvSpPr/>
      </dsp:nvSpPr>
      <dsp:spPr>
        <a:xfrm>
          <a:off x="294154" y="2650241"/>
          <a:ext cx="534827" cy="5348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42D68-DC53-4EAB-AD3D-320F3545EE3A}">
      <dsp:nvSpPr>
        <dsp:cNvPr id="0" name=""/>
        <dsp:cNvSpPr/>
      </dsp:nvSpPr>
      <dsp:spPr>
        <a:xfrm>
          <a:off x="1123137" y="2431448"/>
          <a:ext cx="9772232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Order management: Place orders and track user order history.</a:t>
          </a:r>
        </a:p>
      </dsp:txBody>
      <dsp:txXfrm>
        <a:off x="1123137" y="2431448"/>
        <a:ext cx="9772232" cy="9724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64CA0-D03F-45D7-93C3-7713396ED0DD}">
      <dsp:nvSpPr>
        <dsp:cNvPr id="0" name=""/>
        <dsp:cNvSpPr/>
      </dsp:nvSpPr>
      <dsp:spPr>
        <a:xfrm>
          <a:off x="0" y="89251"/>
          <a:ext cx="6496050" cy="51642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Implementation</a:t>
          </a:r>
          <a:r>
            <a:rPr lang="en-US" sz="1300" kern="1200" dirty="0"/>
            <a:t>: </a:t>
          </a:r>
          <a:r>
            <a:rPr lang="en-US" sz="1300" b="1" i="1" kern="1200" dirty="0"/>
            <a:t>product_factory.py</a:t>
          </a:r>
          <a:endParaRPr lang="en-US" sz="1300" kern="1200" dirty="0"/>
        </a:p>
      </dsp:txBody>
      <dsp:txXfrm>
        <a:off x="25210" y="114461"/>
        <a:ext cx="6445630" cy="466007"/>
      </dsp:txXfrm>
    </dsp:sp>
    <dsp:sp modelId="{B1102220-72CC-4ADF-B917-51D76C8A4C5C}">
      <dsp:nvSpPr>
        <dsp:cNvPr id="0" name=""/>
        <dsp:cNvSpPr/>
      </dsp:nvSpPr>
      <dsp:spPr>
        <a:xfrm>
          <a:off x="0" y="643118"/>
          <a:ext cx="6496050" cy="516427"/>
        </a:xfrm>
        <a:prstGeom prst="roundRect">
          <a:avLst/>
        </a:prstGeom>
        <a:gradFill rotWithShape="0">
          <a:gsLst>
            <a:gs pos="0">
              <a:schemeClr val="accent5">
                <a:hueOff val="891034"/>
                <a:satOff val="-573"/>
                <a:lumOff val="392"/>
                <a:alphaOff val="0"/>
                <a:tint val="98000"/>
                <a:lumMod val="114000"/>
              </a:schemeClr>
            </a:gs>
            <a:gs pos="100000">
              <a:schemeClr val="accent5">
                <a:hueOff val="891034"/>
                <a:satOff val="-573"/>
                <a:lumOff val="39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Abstract Product</a:t>
          </a:r>
          <a:r>
            <a:rPr lang="en-US" sz="1300" kern="1200"/>
            <a:t>: Product class with a get_details() method.</a:t>
          </a:r>
        </a:p>
      </dsp:txBody>
      <dsp:txXfrm>
        <a:off x="25210" y="668328"/>
        <a:ext cx="6445630" cy="466007"/>
      </dsp:txXfrm>
    </dsp:sp>
    <dsp:sp modelId="{6E639C7D-1FF4-4037-B216-314460A0D729}">
      <dsp:nvSpPr>
        <dsp:cNvPr id="0" name=""/>
        <dsp:cNvSpPr/>
      </dsp:nvSpPr>
      <dsp:spPr>
        <a:xfrm>
          <a:off x="0" y="1196985"/>
          <a:ext cx="6496050" cy="516427"/>
        </a:xfrm>
        <a:prstGeom prst="roundRect">
          <a:avLst/>
        </a:prstGeom>
        <a:gradFill rotWithShape="0">
          <a:gsLst>
            <a:gs pos="0">
              <a:schemeClr val="accent5">
                <a:hueOff val="1782068"/>
                <a:satOff val="-1147"/>
                <a:lumOff val="784"/>
                <a:alphaOff val="0"/>
                <a:tint val="98000"/>
                <a:lumMod val="114000"/>
              </a:schemeClr>
            </a:gs>
            <a:gs pos="100000">
              <a:schemeClr val="accent5">
                <a:hueOff val="1782068"/>
                <a:satOff val="-1147"/>
                <a:lumOff val="78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Concrete Products</a:t>
          </a:r>
          <a:r>
            <a:rPr lang="en-US" sz="1300" kern="1200"/>
            <a:t>: DigitalProduct and PhysicalProduct inherit from Product.</a:t>
          </a:r>
        </a:p>
      </dsp:txBody>
      <dsp:txXfrm>
        <a:off x="25210" y="1222195"/>
        <a:ext cx="6445630" cy="466007"/>
      </dsp:txXfrm>
    </dsp:sp>
    <dsp:sp modelId="{876B2E72-11EA-4EA3-B0E2-98367420AD4A}">
      <dsp:nvSpPr>
        <dsp:cNvPr id="0" name=""/>
        <dsp:cNvSpPr/>
      </dsp:nvSpPr>
      <dsp:spPr>
        <a:xfrm>
          <a:off x="0" y="1750852"/>
          <a:ext cx="6496050" cy="516427"/>
        </a:xfrm>
        <a:prstGeom prst="roundRect">
          <a:avLst/>
        </a:prstGeom>
        <a:gradFill rotWithShape="0">
          <a:gsLst>
            <a:gs pos="0">
              <a:schemeClr val="accent5">
                <a:hueOff val="2673102"/>
                <a:satOff val="-1720"/>
                <a:lumOff val="1176"/>
                <a:alphaOff val="0"/>
                <a:tint val="98000"/>
                <a:lumMod val="114000"/>
              </a:schemeClr>
            </a:gs>
            <a:gs pos="100000">
              <a:schemeClr val="accent5">
                <a:hueOff val="2673102"/>
                <a:satOff val="-1720"/>
                <a:lumOff val="117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Factory</a:t>
          </a:r>
          <a:r>
            <a:rPr lang="en-US" sz="1300" kern="1200"/>
            <a:t>: A ProductFactory with a method to create objects based on input type (e.g., "</a:t>
          </a:r>
          <a:r>
            <a:rPr lang="en-US" sz="1300" b="1" kern="1200"/>
            <a:t>digital</a:t>
          </a:r>
          <a:r>
            <a:rPr lang="en-US" sz="1300" kern="1200"/>
            <a:t>", "</a:t>
          </a:r>
          <a:r>
            <a:rPr lang="en-US" sz="1300" b="1" kern="1200"/>
            <a:t>physical</a:t>
          </a:r>
          <a:r>
            <a:rPr lang="en-US" sz="1300" kern="1200"/>
            <a:t>").</a:t>
          </a:r>
        </a:p>
      </dsp:txBody>
      <dsp:txXfrm>
        <a:off x="25210" y="1776062"/>
        <a:ext cx="6445630" cy="466007"/>
      </dsp:txXfrm>
    </dsp:sp>
    <dsp:sp modelId="{95E4B7EE-4D21-465D-8F22-3158CD7F2B1F}">
      <dsp:nvSpPr>
        <dsp:cNvPr id="0" name=""/>
        <dsp:cNvSpPr/>
      </dsp:nvSpPr>
      <dsp:spPr>
        <a:xfrm>
          <a:off x="0" y="2304720"/>
          <a:ext cx="6496050" cy="516427"/>
        </a:xfrm>
        <a:prstGeom prst="roundRect">
          <a:avLst/>
        </a:prstGeom>
        <a:gradFill rotWithShape="0">
          <a:gsLst>
            <a:gs pos="0">
              <a:schemeClr val="accent5">
                <a:hueOff val="3564136"/>
                <a:satOff val="-2293"/>
                <a:lumOff val="1568"/>
                <a:alphaOff val="0"/>
                <a:tint val="98000"/>
                <a:lumMod val="114000"/>
              </a:schemeClr>
            </a:gs>
            <a:gs pos="100000">
              <a:schemeClr val="accent5">
                <a:hueOff val="3564136"/>
                <a:satOff val="-2293"/>
                <a:lumOff val="1568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Purpose</a:t>
          </a:r>
          <a:r>
            <a:rPr lang="en-US" sz="1300" kern="1200"/>
            <a:t>: Simplify object creation by encapsulating logic; enhances flexibility and scalability.</a:t>
          </a:r>
        </a:p>
      </dsp:txBody>
      <dsp:txXfrm>
        <a:off x="25210" y="2329930"/>
        <a:ext cx="6445630" cy="466007"/>
      </dsp:txXfrm>
    </dsp:sp>
    <dsp:sp modelId="{914BC1C0-05F3-404A-B9DC-45D28EFA14C9}">
      <dsp:nvSpPr>
        <dsp:cNvPr id="0" name=""/>
        <dsp:cNvSpPr/>
      </dsp:nvSpPr>
      <dsp:spPr>
        <a:xfrm>
          <a:off x="0" y="2858587"/>
          <a:ext cx="6496050" cy="516427"/>
        </a:xfrm>
        <a:prstGeom prst="roundRect">
          <a:avLst/>
        </a:prstGeom>
        <a:gradFill rotWithShape="0">
          <a:gsLst>
            <a:gs pos="0">
              <a:schemeClr val="accent5">
                <a:hueOff val="4455170"/>
                <a:satOff val="-2866"/>
                <a:lumOff val="1960"/>
                <a:alphaOff val="0"/>
                <a:tint val="98000"/>
                <a:lumMod val="114000"/>
              </a:schemeClr>
            </a:gs>
            <a:gs pos="100000">
              <a:schemeClr val="accent5">
                <a:hueOff val="4455170"/>
                <a:satOff val="-2866"/>
                <a:lumOff val="196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Testing</a:t>
          </a:r>
          <a:r>
            <a:rPr lang="en-US" sz="1300" kern="1200"/>
            <a:t>:   Terminal:</a:t>
          </a:r>
        </a:p>
      </dsp:txBody>
      <dsp:txXfrm>
        <a:off x="25210" y="2883797"/>
        <a:ext cx="6445630" cy="466007"/>
      </dsp:txXfrm>
    </dsp:sp>
    <dsp:sp modelId="{3B431D18-2E26-4B88-B6A0-7A788E2414BF}">
      <dsp:nvSpPr>
        <dsp:cNvPr id="0" name=""/>
        <dsp:cNvSpPr/>
      </dsp:nvSpPr>
      <dsp:spPr>
        <a:xfrm>
          <a:off x="0" y="3412454"/>
          <a:ext cx="6496050" cy="516427"/>
        </a:xfrm>
        <a:prstGeom prst="roundRect">
          <a:avLst/>
        </a:prstGeom>
        <a:gradFill rotWithShape="0">
          <a:gsLst>
            <a:gs pos="0">
              <a:schemeClr val="accent5">
                <a:hueOff val="5346204"/>
                <a:satOff val="-3440"/>
                <a:lumOff val="2352"/>
                <a:alphaOff val="0"/>
                <a:tint val="98000"/>
                <a:lumMod val="114000"/>
              </a:schemeClr>
            </a:gs>
            <a:gs pos="100000">
              <a:schemeClr val="accent5">
                <a:hueOff val="5346204"/>
                <a:satOff val="-3440"/>
                <a:lumOff val="235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1" kern="1200"/>
            <a:t>Python main.py        -&gt;</a:t>
          </a:r>
          <a:r>
            <a:rPr lang="en-US" sz="1300" i="1" kern="1200"/>
            <a:t> </a:t>
          </a:r>
          <a:r>
            <a:rPr lang="en-US" sz="1300" b="1" i="1" kern="1200"/>
            <a:t>test the code (Factory method) from terminal</a:t>
          </a:r>
          <a:endParaRPr lang="en-US" sz="1300" kern="1200"/>
        </a:p>
      </dsp:txBody>
      <dsp:txXfrm>
        <a:off x="25210" y="3437664"/>
        <a:ext cx="6445630" cy="466007"/>
      </dsp:txXfrm>
    </dsp:sp>
    <dsp:sp modelId="{151D0152-A285-4E2D-AB2A-73CD833B74A0}">
      <dsp:nvSpPr>
        <dsp:cNvPr id="0" name=""/>
        <dsp:cNvSpPr/>
      </dsp:nvSpPr>
      <dsp:spPr>
        <a:xfrm>
          <a:off x="0" y="3966321"/>
          <a:ext cx="6496050" cy="516427"/>
        </a:xfrm>
        <a:prstGeom prst="roundRect">
          <a:avLst/>
        </a:prstGeom>
        <a:gradFill rotWithShape="0">
          <a:gsLst>
            <a:gs pos="0">
              <a:schemeClr val="accent5">
                <a:hueOff val="6237238"/>
                <a:satOff val="-4013"/>
                <a:lumOff val="2744"/>
                <a:alphaOff val="0"/>
                <a:tint val="98000"/>
                <a:lumMod val="114000"/>
              </a:schemeClr>
            </a:gs>
            <a:gs pos="100000">
              <a:schemeClr val="accent5">
                <a:hueOff val="6237238"/>
                <a:satOff val="-4013"/>
                <a:lumOff val="274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1" kern="1200"/>
            <a:t>python -m unittest discover -s test      -&gt; </a:t>
          </a:r>
          <a:r>
            <a:rPr lang="en-US" sz="1300" b="1" kern="1200"/>
            <a:t>verify the implementation.</a:t>
          </a:r>
          <a:endParaRPr lang="en-US" sz="1300" kern="1200"/>
        </a:p>
      </dsp:txBody>
      <dsp:txXfrm>
        <a:off x="25210" y="3991531"/>
        <a:ext cx="6445630" cy="466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6763-1885-4A4B-A3F0-6251C24C6B3A}">
      <dsp:nvSpPr>
        <dsp:cNvPr id="0" name=""/>
        <dsp:cNvSpPr/>
      </dsp:nvSpPr>
      <dsp:spPr>
        <a:xfrm>
          <a:off x="13347" y="115473"/>
          <a:ext cx="1509048" cy="1509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CBFC3-67F1-4A4F-877D-AB05CF46F71E}">
      <dsp:nvSpPr>
        <dsp:cNvPr id="0" name=""/>
        <dsp:cNvSpPr/>
      </dsp:nvSpPr>
      <dsp:spPr>
        <a:xfrm>
          <a:off x="13347" y="1789017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300" b="1" kern="1200"/>
            <a:t>Structural Patterns:</a:t>
          </a:r>
          <a:endParaRPr lang="en-US" sz="3300" kern="1200"/>
        </a:p>
      </dsp:txBody>
      <dsp:txXfrm>
        <a:off x="13347" y="1789017"/>
        <a:ext cx="4311566" cy="646734"/>
      </dsp:txXfrm>
    </dsp:sp>
    <dsp:sp modelId="{33680163-3DFC-4820-8375-C606B6A85806}">
      <dsp:nvSpPr>
        <dsp:cNvPr id="0" name=""/>
        <dsp:cNvSpPr/>
      </dsp:nvSpPr>
      <dsp:spPr>
        <a:xfrm>
          <a:off x="13347" y="2512262"/>
          <a:ext cx="4311566" cy="1428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Dependency Injection:</a:t>
          </a:r>
          <a:r>
            <a:rPr lang="en-GB" sz="1700" kern="1200"/>
            <a:t> Example: Passing repositories and validation strategies into classes like UserService (user_services.py).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Import from </a:t>
          </a:r>
          <a:r>
            <a:rPr lang="en-GB" sz="1700" b="1" kern="1200"/>
            <a:t>validators.py </a:t>
          </a:r>
          <a:r>
            <a:rPr lang="en-GB" sz="1700" kern="1200"/>
            <a:t>and </a:t>
          </a:r>
          <a:r>
            <a:rPr lang="en-GB" sz="1700" b="1" kern="1200"/>
            <a:t>strategies.py</a:t>
          </a:r>
          <a:endParaRPr lang="en-US" sz="1700" kern="1200"/>
        </a:p>
      </dsp:txBody>
      <dsp:txXfrm>
        <a:off x="13347" y="2512262"/>
        <a:ext cx="4311566" cy="1428697"/>
      </dsp:txXfrm>
    </dsp:sp>
    <dsp:sp modelId="{D11FE42F-B93E-4937-B00B-68394D94E3BF}">
      <dsp:nvSpPr>
        <dsp:cNvPr id="0" name=""/>
        <dsp:cNvSpPr/>
      </dsp:nvSpPr>
      <dsp:spPr>
        <a:xfrm>
          <a:off x="5079438" y="115473"/>
          <a:ext cx="1509048" cy="1509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9E2EE-46FD-49EF-9669-7AEC195953B4}">
      <dsp:nvSpPr>
        <dsp:cNvPr id="0" name=""/>
        <dsp:cNvSpPr/>
      </dsp:nvSpPr>
      <dsp:spPr>
        <a:xfrm>
          <a:off x="5079438" y="1789017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300" b="1" kern="1200"/>
            <a:t>Behavioural Patterns:</a:t>
          </a:r>
          <a:endParaRPr lang="en-US" sz="3300" kern="1200"/>
        </a:p>
      </dsp:txBody>
      <dsp:txXfrm>
        <a:off x="5079438" y="1789017"/>
        <a:ext cx="4311566" cy="646734"/>
      </dsp:txXfrm>
    </dsp:sp>
    <dsp:sp modelId="{4238F52B-F43A-4629-9FA6-13EE8135B50A}">
      <dsp:nvSpPr>
        <dsp:cNvPr id="0" name=""/>
        <dsp:cNvSpPr/>
      </dsp:nvSpPr>
      <dsp:spPr>
        <a:xfrm>
          <a:off x="5079438" y="2512262"/>
          <a:ext cx="4311566" cy="1428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Strategy Pattern:</a:t>
          </a:r>
          <a:r>
            <a:rPr lang="en-GB" sz="1700" kern="1200"/>
            <a:t> Provides flexibility for password validation (e.g., BasicPasswordValidationStrategy vs StrongPasswordValidationStrategy) in </a:t>
          </a:r>
          <a:r>
            <a:rPr lang="en-GB" sz="1700" b="1" kern="1200"/>
            <a:t>strategies.py</a:t>
          </a:r>
          <a:endParaRPr lang="en-US" sz="1700" kern="1200"/>
        </a:p>
      </dsp:txBody>
      <dsp:txXfrm>
        <a:off x="5079438" y="2512262"/>
        <a:ext cx="4311566" cy="14286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F7CB18-E718-483F-9965-21ADDA7FE516}">
      <dsp:nvSpPr>
        <dsp:cNvPr id="0" name=""/>
        <dsp:cNvSpPr/>
      </dsp:nvSpPr>
      <dsp:spPr>
        <a:xfrm>
          <a:off x="0" y="346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87C6C-A76B-450E-A521-8F3ECD818C0D}">
      <dsp:nvSpPr>
        <dsp:cNvPr id="0" name=""/>
        <dsp:cNvSpPr/>
      </dsp:nvSpPr>
      <dsp:spPr>
        <a:xfrm>
          <a:off x="144336" y="107704"/>
          <a:ext cx="262430" cy="2624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A1F48-7FB6-4D01-9289-C1E8180DD210}">
      <dsp:nvSpPr>
        <dsp:cNvPr id="0" name=""/>
        <dsp:cNvSpPr/>
      </dsp:nvSpPr>
      <dsp:spPr>
        <a:xfrm>
          <a:off x="551103" y="346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Input Validation: </a:t>
          </a:r>
          <a:r>
            <a:rPr lang="en-GB" sz="1600" b="1" kern="1200"/>
            <a:t>validators.py</a:t>
          </a:r>
          <a:endParaRPr lang="en-US" sz="1600" kern="1200"/>
        </a:p>
      </dsp:txBody>
      <dsp:txXfrm>
        <a:off x="551103" y="346"/>
        <a:ext cx="8853248" cy="477145"/>
      </dsp:txXfrm>
    </dsp:sp>
    <dsp:sp modelId="{ABDFA79D-E87C-46EC-A2D8-86169EA96A9E}">
      <dsp:nvSpPr>
        <dsp:cNvPr id="0" name=""/>
        <dsp:cNvSpPr/>
      </dsp:nvSpPr>
      <dsp:spPr>
        <a:xfrm>
          <a:off x="0" y="596779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6B959-2B20-463B-80AC-307578FDDB69}">
      <dsp:nvSpPr>
        <dsp:cNvPr id="0" name=""/>
        <dsp:cNvSpPr/>
      </dsp:nvSpPr>
      <dsp:spPr>
        <a:xfrm>
          <a:off x="144336" y="704136"/>
          <a:ext cx="262430" cy="2624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9F897-49E6-439E-B2ED-7584F59112BA}">
      <dsp:nvSpPr>
        <dsp:cNvPr id="0" name=""/>
        <dsp:cNvSpPr/>
      </dsp:nvSpPr>
      <dsp:spPr>
        <a:xfrm>
          <a:off x="551103" y="596779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1" kern="1200"/>
            <a:t>validate_email() </a:t>
          </a:r>
          <a:r>
            <a:rPr lang="en-GB" sz="1600" kern="1200"/>
            <a:t>and </a:t>
          </a:r>
          <a:r>
            <a:rPr lang="en-GB" sz="1600" b="1" i="1" kern="1200"/>
            <a:t>validate_password() </a:t>
          </a:r>
          <a:r>
            <a:rPr lang="en-GB" sz="1600" kern="1200"/>
            <a:t>prevent invalid data entry.</a:t>
          </a:r>
          <a:endParaRPr lang="en-US" sz="1600" kern="1200"/>
        </a:p>
      </dsp:txBody>
      <dsp:txXfrm>
        <a:off x="551103" y="596779"/>
        <a:ext cx="8853248" cy="477145"/>
      </dsp:txXfrm>
    </dsp:sp>
    <dsp:sp modelId="{817BA95E-4EFD-4ABF-BCCC-774D2DF622F4}">
      <dsp:nvSpPr>
        <dsp:cNvPr id="0" name=""/>
        <dsp:cNvSpPr/>
      </dsp:nvSpPr>
      <dsp:spPr>
        <a:xfrm>
          <a:off x="0" y="1193211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E2CC4-140E-4396-842B-3A1E127E6E31}">
      <dsp:nvSpPr>
        <dsp:cNvPr id="0" name=""/>
        <dsp:cNvSpPr/>
      </dsp:nvSpPr>
      <dsp:spPr>
        <a:xfrm>
          <a:off x="144336" y="1300569"/>
          <a:ext cx="262430" cy="2624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83A04-6749-4A76-8824-00FE82FFAADF}">
      <dsp:nvSpPr>
        <dsp:cNvPr id="0" name=""/>
        <dsp:cNvSpPr/>
      </dsp:nvSpPr>
      <dsp:spPr>
        <a:xfrm>
          <a:off x="551103" y="1193211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1" kern="1200"/>
            <a:t>sanitize_input() </a:t>
          </a:r>
          <a:r>
            <a:rPr lang="en-GB" sz="1600" kern="1200"/>
            <a:t>avoids injection attacks.</a:t>
          </a:r>
          <a:endParaRPr lang="en-US" sz="1600" kern="1200"/>
        </a:p>
      </dsp:txBody>
      <dsp:txXfrm>
        <a:off x="551103" y="1193211"/>
        <a:ext cx="8853248" cy="477145"/>
      </dsp:txXfrm>
    </dsp:sp>
    <dsp:sp modelId="{08362042-97EA-4107-B920-15D99E16DA91}">
      <dsp:nvSpPr>
        <dsp:cNvPr id="0" name=""/>
        <dsp:cNvSpPr/>
      </dsp:nvSpPr>
      <dsp:spPr>
        <a:xfrm>
          <a:off x="0" y="1789644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D768C-155D-4876-8074-573CE2DDC801}">
      <dsp:nvSpPr>
        <dsp:cNvPr id="0" name=""/>
        <dsp:cNvSpPr/>
      </dsp:nvSpPr>
      <dsp:spPr>
        <a:xfrm>
          <a:off x="144336" y="1897001"/>
          <a:ext cx="262430" cy="2624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7E504-DD69-406E-96ED-2C24832B9DD4}">
      <dsp:nvSpPr>
        <dsp:cNvPr id="0" name=""/>
        <dsp:cNvSpPr/>
      </dsp:nvSpPr>
      <dsp:spPr>
        <a:xfrm>
          <a:off x="551103" y="1789644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Authentication:</a:t>
          </a:r>
          <a:endParaRPr lang="en-US" sz="1600" kern="1200"/>
        </a:p>
      </dsp:txBody>
      <dsp:txXfrm>
        <a:off x="551103" y="1789644"/>
        <a:ext cx="8853248" cy="477145"/>
      </dsp:txXfrm>
    </dsp:sp>
    <dsp:sp modelId="{5E61EFC6-5EF1-4020-92D6-6277A439C331}">
      <dsp:nvSpPr>
        <dsp:cNvPr id="0" name=""/>
        <dsp:cNvSpPr/>
      </dsp:nvSpPr>
      <dsp:spPr>
        <a:xfrm>
          <a:off x="0" y="2386076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C10D8-E1CB-4ADD-9117-C29B98864604}">
      <dsp:nvSpPr>
        <dsp:cNvPr id="0" name=""/>
        <dsp:cNvSpPr/>
      </dsp:nvSpPr>
      <dsp:spPr>
        <a:xfrm>
          <a:off x="144336" y="2493434"/>
          <a:ext cx="262430" cy="2624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128E6-EC00-458D-BA44-EBAF19B01E04}">
      <dsp:nvSpPr>
        <dsp:cNvPr id="0" name=""/>
        <dsp:cNvSpPr/>
      </dsp:nvSpPr>
      <dsp:spPr>
        <a:xfrm>
          <a:off x="551103" y="2386076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Secure password hashing with </a:t>
          </a:r>
          <a:r>
            <a:rPr lang="en-GB" sz="1600" b="1" i="1" kern="1200"/>
            <a:t>bcrypt</a:t>
          </a:r>
          <a:r>
            <a:rPr lang="en-GB" sz="1600" kern="1200"/>
            <a:t> (</a:t>
          </a:r>
          <a:r>
            <a:rPr lang="en-GB" sz="1600" i="1" kern="1200"/>
            <a:t>user_service.py</a:t>
          </a:r>
          <a:r>
            <a:rPr lang="en-GB" sz="1600" kern="1200"/>
            <a:t>)</a:t>
          </a:r>
          <a:endParaRPr lang="en-US" sz="1600" kern="1200"/>
        </a:p>
      </dsp:txBody>
      <dsp:txXfrm>
        <a:off x="551103" y="2386076"/>
        <a:ext cx="8853248" cy="477145"/>
      </dsp:txXfrm>
    </dsp:sp>
    <dsp:sp modelId="{3E81E1B7-9D92-49A9-AF21-BD96CE9AE8A5}">
      <dsp:nvSpPr>
        <dsp:cNvPr id="0" name=""/>
        <dsp:cNvSpPr/>
      </dsp:nvSpPr>
      <dsp:spPr>
        <a:xfrm>
          <a:off x="0" y="2982508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02E79-683C-4A8F-916A-E9F5660511E6}">
      <dsp:nvSpPr>
        <dsp:cNvPr id="0" name=""/>
        <dsp:cNvSpPr/>
      </dsp:nvSpPr>
      <dsp:spPr>
        <a:xfrm>
          <a:off x="144336" y="3089866"/>
          <a:ext cx="262430" cy="2624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31303-B760-48CF-BFBB-C51F241CD3DD}">
      <dsp:nvSpPr>
        <dsp:cNvPr id="0" name=""/>
        <dsp:cNvSpPr/>
      </dsp:nvSpPr>
      <dsp:spPr>
        <a:xfrm>
          <a:off x="551103" y="2982508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Exception Handling:</a:t>
          </a:r>
          <a:endParaRPr lang="en-US" sz="1600" kern="1200"/>
        </a:p>
      </dsp:txBody>
      <dsp:txXfrm>
        <a:off x="551103" y="2982508"/>
        <a:ext cx="8853248" cy="477145"/>
      </dsp:txXfrm>
    </dsp:sp>
    <dsp:sp modelId="{88F28853-948A-4796-976F-6E4CDB5C319F}">
      <dsp:nvSpPr>
        <dsp:cNvPr id="0" name=""/>
        <dsp:cNvSpPr/>
      </dsp:nvSpPr>
      <dsp:spPr>
        <a:xfrm>
          <a:off x="0" y="3578941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7444F-5A2C-4671-8644-B5A44837CD26}">
      <dsp:nvSpPr>
        <dsp:cNvPr id="0" name=""/>
        <dsp:cNvSpPr/>
      </dsp:nvSpPr>
      <dsp:spPr>
        <a:xfrm>
          <a:off x="144336" y="3686299"/>
          <a:ext cx="262430" cy="26243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D9D66-0CCB-4B02-A174-4923BB51AF8D}">
      <dsp:nvSpPr>
        <dsp:cNvPr id="0" name=""/>
        <dsp:cNvSpPr/>
      </dsp:nvSpPr>
      <dsp:spPr>
        <a:xfrm>
          <a:off x="551103" y="3578941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Comprehensive error handling ensures fault tolerance (</a:t>
          </a:r>
          <a:r>
            <a:rPr lang="en-GB" sz="1600" i="1" kern="1200"/>
            <a:t>validators.py</a:t>
          </a:r>
          <a:r>
            <a:rPr lang="en-GB" sz="1600" kern="1200"/>
            <a:t>).</a:t>
          </a:r>
          <a:endParaRPr lang="en-US" sz="1600" kern="1200"/>
        </a:p>
      </dsp:txBody>
      <dsp:txXfrm>
        <a:off x="551103" y="3578941"/>
        <a:ext cx="8853248" cy="4771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DB63E-E3DD-471C-91CE-F78359CF0987}">
      <dsp:nvSpPr>
        <dsp:cNvPr id="0" name=""/>
        <dsp:cNvSpPr/>
      </dsp:nvSpPr>
      <dsp:spPr>
        <a:xfrm>
          <a:off x="2755" y="607461"/>
          <a:ext cx="2185777" cy="1311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Overview:</a:t>
          </a:r>
        </a:p>
      </dsp:txBody>
      <dsp:txXfrm>
        <a:off x="2755" y="607461"/>
        <a:ext cx="2185777" cy="1311466"/>
      </dsp:txXfrm>
    </dsp:sp>
    <dsp:sp modelId="{0C5B92EC-BE2E-407F-929B-1C9AC9F8DF1B}">
      <dsp:nvSpPr>
        <dsp:cNvPr id="0" name=""/>
        <dsp:cNvSpPr/>
      </dsp:nvSpPr>
      <dsp:spPr>
        <a:xfrm>
          <a:off x="2407110" y="607461"/>
          <a:ext cx="2185777" cy="13114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1</a:t>
          </a:r>
          <a:r>
            <a:rPr lang="en-US" sz="2600" kern="1200"/>
            <a:t>: User Registration</a:t>
          </a:r>
        </a:p>
      </dsp:txBody>
      <dsp:txXfrm>
        <a:off x="2407110" y="607461"/>
        <a:ext cx="2185777" cy="1311466"/>
      </dsp:txXfrm>
    </dsp:sp>
    <dsp:sp modelId="{AC1A90CB-B79A-4FA0-9717-588BC8F838EE}">
      <dsp:nvSpPr>
        <dsp:cNvPr id="0" name=""/>
        <dsp:cNvSpPr/>
      </dsp:nvSpPr>
      <dsp:spPr>
        <a:xfrm>
          <a:off x="4811464" y="607461"/>
          <a:ext cx="2185777" cy="13114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2</a:t>
          </a:r>
          <a:r>
            <a:rPr lang="en-US" sz="2600" kern="1200"/>
            <a:t>: User Login </a:t>
          </a:r>
        </a:p>
      </dsp:txBody>
      <dsp:txXfrm>
        <a:off x="4811464" y="607461"/>
        <a:ext cx="2185777" cy="1311466"/>
      </dsp:txXfrm>
    </dsp:sp>
    <dsp:sp modelId="{C98D814D-C481-4692-8024-4CED21B444A7}">
      <dsp:nvSpPr>
        <dsp:cNvPr id="0" name=""/>
        <dsp:cNvSpPr/>
      </dsp:nvSpPr>
      <dsp:spPr>
        <a:xfrm>
          <a:off x="7215819" y="607461"/>
          <a:ext cx="2185777" cy="13114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3</a:t>
          </a:r>
          <a:r>
            <a:rPr lang="en-US" sz="2600" kern="1200"/>
            <a:t>: Add Products to Store</a:t>
          </a:r>
        </a:p>
      </dsp:txBody>
      <dsp:txXfrm>
        <a:off x="7215819" y="607461"/>
        <a:ext cx="2185777" cy="1311466"/>
      </dsp:txXfrm>
    </dsp:sp>
    <dsp:sp modelId="{74362046-E36E-4079-A3D3-567CD8FE0A11}">
      <dsp:nvSpPr>
        <dsp:cNvPr id="0" name=""/>
        <dsp:cNvSpPr/>
      </dsp:nvSpPr>
      <dsp:spPr>
        <a:xfrm>
          <a:off x="1204932" y="2137505"/>
          <a:ext cx="2185777" cy="131146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4</a:t>
          </a:r>
          <a:r>
            <a:rPr lang="en-US" sz="2600" kern="1200"/>
            <a:t>: View Available Products</a:t>
          </a:r>
        </a:p>
      </dsp:txBody>
      <dsp:txXfrm>
        <a:off x="1204932" y="2137505"/>
        <a:ext cx="2185777" cy="1311466"/>
      </dsp:txXfrm>
    </dsp:sp>
    <dsp:sp modelId="{D0709009-54B1-4733-A0C6-867376777E54}">
      <dsp:nvSpPr>
        <dsp:cNvPr id="0" name=""/>
        <dsp:cNvSpPr/>
      </dsp:nvSpPr>
      <dsp:spPr>
        <a:xfrm>
          <a:off x="3609287" y="2137505"/>
          <a:ext cx="2185777" cy="1311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5</a:t>
          </a:r>
          <a:r>
            <a:rPr lang="en-US" sz="2600" kern="1200"/>
            <a:t>: Place an Order</a:t>
          </a:r>
        </a:p>
      </dsp:txBody>
      <dsp:txXfrm>
        <a:off x="3609287" y="2137505"/>
        <a:ext cx="2185777" cy="1311466"/>
      </dsp:txXfrm>
    </dsp:sp>
    <dsp:sp modelId="{1744F0A5-2CB1-4977-AFFB-E1AF73803555}">
      <dsp:nvSpPr>
        <dsp:cNvPr id="0" name=""/>
        <dsp:cNvSpPr/>
      </dsp:nvSpPr>
      <dsp:spPr>
        <a:xfrm>
          <a:off x="6013642" y="2137505"/>
          <a:ext cx="2185777" cy="13114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6</a:t>
          </a:r>
          <a:r>
            <a:rPr lang="en-US" sz="2600" kern="1200"/>
            <a:t>: View User's Order History</a:t>
          </a:r>
        </a:p>
      </dsp:txBody>
      <dsp:txXfrm>
        <a:off x="6013642" y="2137505"/>
        <a:ext cx="2185777" cy="13114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2B4BA-553B-40E0-81A0-E93414C84ECF}">
      <dsp:nvSpPr>
        <dsp:cNvPr id="0" name=""/>
        <dsp:cNvSpPr/>
      </dsp:nvSpPr>
      <dsp:spPr>
        <a:xfrm>
          <a:off x="0" y="0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Users can register by providing:</a:t>
          </a:r>
          <a:endParaRPr lang="en-US" sz="1900" kern="1200"/>
        </a:p>
      </dsp:txBody>
      <dsp:txXfrm>
        <a:off x="21386" y="21386"/>
        <a:ext cx="6368024" cy="687386"/>
      </dsp:txXfrm>
    </dsp:sp>
    <dsp:sp modelId="{B121D9C9-7C78-4BB6-9783-6997FA848FE0}">
      <dsp:nvSpPr>
        <dsp:cNvPr id="0" name=""/>
        <dsp:cNvSpPr/>
      </dsp:nvSpPr>
      <dsp:spPr>
        <a:xfrm>
          <a:off x="540750" y="831568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- A unique `user_id`  </a:t>
          </a:r>
          <a:endParaRPr lang="en-US" sz="1900" kern="1200"/>
        </a:p>
      </dsp:txBody>
      <dsp:txXfrm>
        <a:off x="562136" y="852954"/>
        <a:ext cx="6183226" cy="687386"/>
      </dsp:txXfrm>
    </dsp:sp>
    <dsp:sp modelId="{7E8B3AE3-E7EB-4874-B894-3E129C114ABF}">
      <dsp:nvSpPr>
        <dsp:cNvPr id="0" name=""/>
        <dsp:cNvSpPr/>
      </dsp:nvSpPr>
      <dsp:spPr>
        <a:xfrm>
          <a:off x="1081500" y="1663137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- A valid email address  </a:t>
          </a:r>
          <a:endParaRPr lang="en-US" sz="1900" kern="1200"/>
        </a:p>
      </dsp:txBody>
      <dsp:txXfrm>
        <a:off x="1102886" y="1684523"/>
        <a:ext cx="6183226" cy="687386"/>
      </dsp:txXfrm>
    </dsp:sp>
    <dsp:sp modelId="{675FBBD7-FEC5-4621-AF77-2A75D7CFCDA7}">
      <dsp:nvSpPr>
        <dsp:cNvPr id="0" name=""/>
        <dsp:cNvSpPr/>
      </dsp:nvSpPr>
      <dsp:spPr>
        <a:xfrm>
          <a:off x="1622250" y="2494706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- A strong password- Passwords are encrypted using `bcrypt` for secure storage.</a:t>
          </a:r>
          <a:endParaRPr lang="en-US" sz="1900" kern="1200"/>
        </a:p>
      </dsp:txBody>
      <dsp:txXfrm>
        <a:off x="1643636" y="2516092"/>
        <a:ext cx="6183226" cy="687386"/>
      </dsp:txXfrm>
    </dsp:sp>
    <dsp:sp modelId="{33169AD7-23DF-4780-AD43-FC834A3AC2C1}">
      <dsp:nvSpPr>
        <dsp:cNvPr id="0" name=""/>
        <dsp:cNvSpPr/>
      </dsp:nvSpPr>
      <dsp:spPr>
        <a:xfrm>
          <a:off x="2163000" y="3326275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- Users can log in using their credentials.</a:t>
          </a:r>
          <a:endParaRPr lang="en-US" sz="1900" kern="1200"/>
        </a:p>
      </dsp:txBody>
      <dsp:txXfrm>
        <a:off x="2184386" y="3347661"/>
        <a:ext cx="6183226" cy="687386"/>
      </dsp:txXfrm>
    </dsp:sp>
    <dsp:sp modelId="{67FC3FD9-376A-4DED-BB3A-B9463B1903D5}">
      <dsp:nvSpPr>
        <dsp:cNvPr id="0" name=""/>
        <dsp:cNvSpPr/>
      </dsp:nvSpPr>
      <dsp:spPr>
        <a:xfrm>
          <a:off x="6766748" y="53342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873533" y="533421"/>
        <a:ext cx="261032" cy="357138"/>
      </dsp:txXfrm>
    </dsp:sp>
    <dsp:sp modelId="{08DB9606-1F7B-4CA3-9C8C-B2677EE002F8}">
      <dsp:nvSpPr>
        <dsp:cNvPr id="0" name=""/>
        <dsp:cNvSpPr/>
      </dsp:nvSpPr>
      <dsp:spPr>
        <a:xfrm>
          <a:off x="7307498" y="1364990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43256"/>
            <a:satOff val="-1571"/>
            <a:lumOff val="-3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543256"/>
              <a:satOff val="-1571"/>
              <a:lumOff val="-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414283" y="1364990"/>
        <a:ext cx="261032" cy="357138"/>
      </dsp:txXfrm>
    </dsp:sp>
    <dsp:sp modelId="{2B1E76ED-E4A1-4C71-B450-5D14CFFB9D3C}">
      <dsp:nvSpPr>
        <dsp:cNvPr id="0" name=""/>
        <dsp:cNvSpPr/>
      </dsp:nvSpPr>
      <dsp:spPr>
        <a:xfrm>
          <a:off x="7848248" y="2184389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086513"/>
            <a:satOff val="-3142"/>
            <a:lumOff val="-6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086513"/>
              <a:satOff val="-3142"/>
              <a:lumOff val="-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5033" y="2184389"/>
        <a:ext cx="261032" cy="357138"/>
      </dsp:txXfrm>
    </dsp:sp>
    <dsp:sp modelId="{7BDBAB52-E904-48D9-B564-EC062E5B7583}">
      <dsp:nvSpPr>
        <dsp:cNvPr id="0" name=""/>
        <dsp:cNvSpPr/>
      </dsp:nvSpPr>
      <dsp:spPr>
        <a:xfrm>
          <a:off x="8388998" y="302407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495783" y="3024071"/>
        <a:ext cx="261032" cy="3571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CB0D0-753A-4393-8499-E30C2AEBCDFD}">
      <dsp:nvSpPr>
        <dsp:cNvPr id="0" name=""/>
        <dsp:cNvSpPr/>
      </dsp:nvSpPr>
      <dsp:spPr>
        <a:xfrm>
          <a:off x="0" y="2562579"/>
          <a:ext cx="10895369" cy="8410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Name    Price    Stock quantity  View all available products.</a:t>
          </a:r>
        </a:p>
      </dsp:txBody>
      <dsp:txXfrm>
        <a:off x="0" y="2562579"/>
        <a:ext cx="10895369" cy="841095"/>
      </dsp:txXfrm>
    </dsp:sp>
    <dsp:sp modelId="{42D64488-EF99-4726-8D16-D2B84954577C}">
      <dsp:nvSpPr>
        <dsp:cNvPr id="0" name=""/>
        <dsp:cNvSpPr/>
      </dsp:nvSpPr>
      <dsp:spPr>
        <a:xfrm rot="10800000">
          <a:off x="0" y="1281590"/>
          <a:ext cx="10895369" cy="1293605"/>
        </a:xfrm>
        <a:prstGeom prst="upArrowCallou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Add new products to the store with:   </a:t>
          </a:r>
        </a:p>
      </dsp:txBody>
      <dsp:txXfrm rot="10800000">
        <a:off x="0" y="1281590"/>
        <a:ext cx="10895369" cy="840546"/>
      </dsp:txXfrm>
    </dsp:sp>
    <dsp:sp modelId="{F4550F71-6C01-46FE-BF90-D91A4C6A8A98}">
      <dsp:nvSpPr>
        <dsp:cNvPr id="0" name=""/>
        <dsp:cNvSpPr/>
      </dsp:nvSpPr>
      <dsp:spPr>
        <a:xfrm rot="10800000">
          <a:off x="0" y="601"/>
          <a:ext cx="10895369" cy="1293605"/>
        </a:xfrm>
        <a:prstGeom prst="upArrowCallou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All the users can:  </a:t>
          </a:r>
        </a:p>
      </dsp:txBody>
      <dsp:txXfrm rot="10800000">
        <a:off x="0" y="601"/>
        <a:ext cx="10895369" cy="8405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A9D3D-24FE-4F8B-A45F-7EFA3D14A6AD}">
      <dsp:nvSpPr>
        <dsp:cNvPr id="0" name=""/>
        <dsp:cNvSpPr/>
      </dsp:nvSpPr>
      <dsp:spPr>
        <a:xfrm>
          <a:off x="0" y="1633911"/>
          <a:ext cx="5614987" cy="382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785" tIns="187452" rIns="435785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Solution:</a:t>
          </a:r>
          <a:r>
            <a:rPr lang="en-US" sz="900" kern="1200"/>
            <a:t> Implemented Strategy Pattern for validation flexibility (strategies.py).</a:t>
          </a:r>
        </a:p>
      </dsp:txBody>
      <dsp:txXfrm>
        <a:off x="0" y="1633911"/>
        <a:ext cx="5614987" cy="382725"/>
      </dsp:txXfrm>
    </dsp:sp>
    <dsp:sp modelId="{6B72BE0B-BAB1-4F0A-A297-13DABEB16855}">
      <dsp:nvSpPr>
        <dsp:cNvPr id="0" name=""/>
        <dsp:cNvSpPr/>
      </dsp:nvSpPr>
      <dsp:spPr>
        <a:xfrm>
          <a:off x="280749" y="1501071"/>
          <a:ext cx="3930490" cy="265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900" b="1" kern="1200"/>
            <a:t>Challenge 1:</a:t>
          </a:r>
          <a:r>
            <a:rPr lang="en-US" sz="900" kern="1200"/>
            <a:t> Dynamic requirements for password validation.</a:t>
          </a:r>
        </a:p>
      </dsp:txBody>
      <dsp:txXfrm>
        <a:off x="293718" y="1514040"/>
        <a:ext cx="3904552" cy="239742"/>
      </dsp:txXfrm>
    </dsp:sp>
    <dsp:sp modelId="{DBC7E61D-E18D-45CB-AD53-3BDD10389633}">
      <dsp:nvSpPr>
        <dsp:cNvPr id="0" name=""/>
        <dsp:cNvSpPr/>
      </dsp:nvSpPr>
      <dsp:spPr>
        <a:xfrm>
          <a:off x="0" y="2198076"/>
          <a:ext cx="5614987" cy="382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3118619"/>
              <a:satOff val="-2006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785" tIns="187452" rIns="435785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Solution:</a:t>
          </a:r>
          <a:r>
            <a:rPr lang="en-US" sz="900" kern="1200"/>
            <a:t> Used BaseRepository for consistency and reusability (</a:t>
          </a:r>
          <a:r>
            <a:rPr lang="en-US" sz="900" b="1" i="1" kern="1200"/>
            <a:t>base_repository.py</a:t>
          </a:r>
          <a:r>
            <a:rPr lang="en-US" sz="900" kern="1200"/>
            <a:t>).</a:t>
          </a:r>
        </a:p>
      </dsp:txBody>
      <dsp:txXfrm>
        <a:off x="0" y="2198076"/>
        <a:ext cx="5614987" cy="382725"/>
      </dsp:txXfrm>
    </dsp:sp>
    <dsp:sp modelId="{5DD2D78B-4E9F-4EFD-A3A8-58F5D688FABE}">
      <dsp:nvSpPr>
        <dsp:cNvPr id="0" name=""/>
        <dsp:cNvSpPr/>
      </dsp:nvSpPr>
      <dsp:spPr>
        <a:xfrm>
          <a:off x="280749" y="2065236"/>
          <a:ext cx="3930490" cy="265680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900" b="1" kern="1200"/>
            <a:t>Challenge 2:</a:t>
          </a:r>
          <a:r>
            <a:rPr lang="en-US" sz="900" kern="1200"/>
            <a:t> Complex repository interactions.</a:t>
          </a:r>
        </a:p>
      </dsp:txBody>
      <dsp:txXfrm>
        <a:off x="293718" y="2078205"/>
        <a:ext cx="3904552" cy="239742"/>
      </dsp:txXfrm>
    </dsp:sp>
    <dsp:sp modelId="{3D3B83E5-7000-4DCE-B681-32034551B67A}">
      <dsp:nvSpPr>
        <dsp:cNvPr id="0" name=""/>
        <dsp:cNvSpPr/>
      </dsp:nvSpPr>
      <dsp:spPr>
        <a:xfrm>
          <a:off x="0" y="2762241"/>
          <a:ext cx="5614987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785" tIns="187452" rIns="435785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Solution:</a:t>
          </a:r>
          <a:r>
            <a:rPr lang="en-US" sz="900" kern="1200"/>
            <a:t> Input sanitization and secure authentication via bcrypt (</a:t>
          </a:r>
          <a:r>
            <a:rPr lang="en-US" sz="900" b="1" i="1" kern="1200"/>
            <a:t>user_service.py </a:t>
          </a:r>
          <a:r>
            <a:rPr lang="en-US" sz="900" kern="1200"/>
            <a:t>and </a:t>
          </a:r>
          <a:r>
            <a:rPr lang="en-US" sz="900" b="1" i="1" kern="1200"/>
            <a:t>validators.py</a:t>
          </a:r>
          <a:r>
            <a:rPr lang="en-US" sz="900" kern="1200"/>
            <a:t>).</a:t>
          </a:r>
        </a:p>
      </dsp:txBody>
      <dsp:txXfrm>
        <a:off x="0" y="2762241"/>
        <a:ext cx="5614987" cy="510300"/>
      </dsp:txXfrm>
    </dsp:sp>
    <dsp:sp modelId="{1F475C72-C3D3-48BB-8E35-A42ED180F9F7}">
      <dsp:nvSpPr>
        <dsp:cNvPr id="0" name=""/>
        <dsp:cNvSpPr/>
      </dsp:nvSpPr>
      <dsp:spPr>
        <a:xfrm>
          <a:off x="280749" y="2629401"/>
          <a:ext cx="3930490" cy="265680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900" b="1" kern="1200"/>
            <a:t>Challenge 3:</a:t>
          </a:r>
          <a:r>
            <a:rPr lang="en-US" sz="900" kern="1200"/>
            <a:t> Mitigation of common security risks.</a:t>
          </a:r>
        </a:p>
      </dsp:txBody>
      <dsp:txXfrm>
        <a:off x="293718" y="2642370"/>
        <a:ext cx="3904552" cy="23974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32979-C0EB-41D0-A51A-C9CAF32A7071}">
      <dsp:nvSpPr>
        <dsp:cNvPr id="0" name=""/>
        <dsp:cNvSpPr/>
      </dsp:nvSpPr>
      <dsp:spPr>
        <a:xfrm>
          <a:off x="0" y="2232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161494-E26F-4882-BE69-2DD82397B83A}">
      <dsp:nvSpPr>
        <dsp:cNvPr id="0" name=""/>
        <dsp:cNvSpPr/>
      </dsp:nvSpPr>
      <dsp:spPr>
        <a:xfrm>
          <a:off x="0" y="2232"/>
          <a:ext cx="6496050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The importance of maintaining modular code for scalability.</a:t>
          </a:r>
          <a:endParaRPr lang="en-US" sz="3000" kern="1200"/>
        </a:p>
      </dsp:txBody>
      <dsp:txXfrm>
        <a:off x="0" y="2232"/>
        <a:ext cx="6496050" cy="1522511"/>
      </dsp:txXfrm>
    </dsp:sp>
    <dsp:sp modelId="{01D34F0D-B02D-440E-89FA-2321E6742A9A}">
      <dsp:nvSpPr>
        <dsp:cNvPr id="0" name=""/>
        <dsp:cNvSpPr/>
      </dsp:nvSpPr>
      <dsp:spPr>
        <a:xfrm>
          <a:off x="0" y="1524744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B73152-6A47-4F0D-A431-37A8642F1EC9}">
      <dsp:nvSpPr>
        <dsp:cNvPr id="0" name=""/>
        <dsp:cNvSpPr/>
      </dsp:nvSpPr>
      <dsp:spPr>
        <a:xfrm>
          <a:off x="0" y="1524744"/>
          <a:ext cx="6496050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Application of object-oriented principles in real-world projects.</a:t>
          </a:r>
          <a:endParaRPr lang="en-US" sz="3000" kern="1200"/>
        </a:p>
      </dsp:txBody>
      <dsp:txXfrm>
        <a:off x="0" y="1524744"/>
        <a:ext cx="6496050" cy="1522511"/>
      </dsp:txXfrm>
    </dsp:sp>
    <dsp:sp modelId="{FD4C3EBC-4597-41EE-A2F3-8F7DBE4CA5A9}">
      <dsp:nvSpPr>
        <dsp:cNvPr id="0" name=""/>
        <dsp:cNvSpPr/>
      </dsp:nvSpPr>
      <dsp:spPr>
        <a:xfrm>
          <a:off x="0" y="3047255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5045B5-4B7D-4101-AC57-647CF5544AA6}">
      <dsp:nvSpPr>
        <dsp:cNvPr id="0" name=""/>
        <dsp:cNvSpPr/>
      </dsp:nvSpPr>
      <dsp:spPr>
        <a:xfrm>
          <a:off x="0" y="3047255"/>
          <a:ext cx="6496050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Benefits of secure programming practices in minimizing vulnerabilities.</a:t>
          </a:r>
          <a:endParaRPr lang="en-US" sz="3000" kern="1200"/>
        </a:p>
      </dsp:txBody>
      <dsp:txXfrm>
        <a:off x="0" y="3047255"/>
        <a:ext cx="6496050" cy="152251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79239-309F-4B70-916C-AA37A0172E84}">
      <dsp:nvSpPr>
        <dsp:cNvPr id="0" name=""/>
        <dsp:cNvSpPr/>
      </dsp:nvSpPr>
      <dsp:spPr>
        <a:xfrm>
          <a:off x="0" y="36394"/>
          <a:ext cx="11118349" cy="55615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1 - Improvement: Using Argon2 rather than </a:t>
          </a:r>
          <a:r>
            <a:rPr lang="en-US" sz="1400" b="1" i="1" kern="1200"/>
            <a:t>bcrypt</a:t>
          </a:r>
          <a:endParaRPr lang="en-US" sz="1400" kern="1200"/>
        </a:p>
      </dsp:txBody>
      <dsp:txXfrm>
        <a:off x="27149" y="63543"/>
        <a:ext cx="11064051" cy="501854"/>
      </dsp:txXfrm>
    </dsp:sp>
    <dsp:sp modelId="{D0967CAC-15B8-4280-B75E-6469522F53CE}">
      <dsp:nvSpPr>
        <dsp:cNvPr id="0" name=""/>
        <dsp:cNvSpPr/>
      </dsp:nvSpPr>
      <dsp:spPr>
        <a:xfrm>
          <a:off x="0" y="632867"/>
          <a:ext cx="11118349" cy="556152"/>
        </a:xfrm>
        <a:prstGeom prst="round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Reasons:</a:t>
          </a:r>
          <a:endParaRPr lang="en-US" sz="1400" kern="1200"/>
        </a:p>
      </dsp:txBody>
      <dsp:txXfrm>
        <a:off x="27149" y="660016"/>
        <a:ext cx="11064051" cy="501854"/>
      </dsp:txXfrm>
    </dsp:sp>
    <dsp:sp modelId="{7773FDB8-3423-4ADA-8554-DDC9CB836652}">
      <dsp:nvSpPr>
        <dsp:cNvPr id="0" name=""/>
        <dsp:cNvSpPr/>
      </dsp:nvSpPr>
      <dsp:spPr>
        <a:xfrm>
          <a:off x="0" y="1229339"/>
          <a:ext cx="11118349" cy="556152"/>
        </a:xfrm>
        <a:prstGeom prst="round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It is memory-hard (resistant to GPU-based attacks).</a:t>
          </a:r>
          <a:endParaRPr lang="en-US" sz="1400" kern="1200"/>
        </a:p>
      </dsp:txBody>
      <dsp:txXfrm>
        <a:off x="27149" y="1256488"/>
        <a:ext cx="11064051" cy="501854"/>
      </dsp:txXfrm>
    </dsp:sp>
    <dsp:sp modelId="{97D7093C-3DA5-4D59-9549-716AA36D225E}">
      <dsp:nvSpPr>
        <dsp:cNvPr id="0" name=""/>
        <dsp:cNvSpPr/>
      </dsp:nvSpPr>
      <dsp:spPr>
        <a:xfrm>
          <a:off x="0" y="1825811"/>
          <a:ext cx="11118349" cy="556152"/>
        </a:xfrm>
        <a:prstGeom prst="round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Slows down brute-force, DDoS, attacks efficiently.</a:t>
          </a:r>
          <a:endParaRPr lang="en-US" sz="1400" kern="1200"/>
        </a:p>
      </dsp:txBody>
      <dsp:txXfrm>
        <a:off x="27149" y="1852960"/>
        <a:ext cx="11064051" cy="501854"/>
      </dsp:txXfrm>
    </dsp:sp>
    <dsp:sp modelId="{5E265569-CCCA-470A-AF87-3A490E25BD68}">
      <dsp:nvSpPr>
        <dsp:cNvPr id="0" name=""/>
        <dsp:cNvSpPr/>
      </dsp:nvSpPr>
      <dsp:spPr>
        <a:xfrm>
          <a:off x="0" y="2422283"/>
          <a:ext cx="11118349" cy="556152"/>
        </a:xfrm>
        <a:prstGeom prst="round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2 - To catch the ValueError exception messages in my  code and handle it gracefully, using a try...except block while running test files within test folder</a:t>
          </a:r>
        </a:p>
      </dsp:txBody>
      <dsp:txXfrm>
        <a:off x="27149" y="2449432"/>
        <a:ext cx="11064051" cy="501854"/>
      </dsp:txXfrm>
    </dsp:sp>
    <dsp:sp modelId="{5962FCAE-619D-488D-A415-359EFDD40509}">
      <dsp:nvSpPr>
        <dsp:cNvPr id="0" name=""/>
        <dsp:cNvSpPr/>
      </dsp:nvSpPr>
      <dsp:spPr>
        <a:xfrm>
          <a:off x="0" y="3018755"/>
          <a:ext cx="11118349" cy="556152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 – Imbedding Administration</a:t>
          </a:r>
        </a:p>
      </dsp:txBody>
      <dsp:txXfrm>
        <a:off x="27149" y="3045904"/>
        <a:ext cx="11064051" cy="50185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FB8A7-15DF-470F-81B4-199419DD956F}">
      <dsp:nvSpPr>
        <dsp:cNvPr id="0" name=""/>
        <dsp:cNvSpPr/>
      </dsp:nvSpPr>
      <dsp:spPr>
        <a:xfrm>
          <a:off x="85120" y="162"/>
          <a:ext cx="4596484" cy="29187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4EFE9-0A72-469C-ABB8-9D76D39D47B8}">
      <dsp:nvSpPr>
        <dsp:cNvPr id="0" name=""/>
        <dsp:cNvSpPr/>
      </dsp:nvSpPr>
      <dsp:spPr>
        <a:xfrm>
          <a:off x="595840" y="485346"/>
          <a:ext cx="4596484" cy="29187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Open to questions about design, implementation, or future improvements.</a:t>
          </a:r>
        </a:p>
      </dsp:txBody>
      <dsp:txXfrm>
        <a:off x="681328" y="570834"/>
        <a:ext cx="4425508" cy="2747791"/>
      </dsp:txXfrm>
    </dsp:sp>
    <dsp:sp modelId="{FF0D7C43-3498-4C36-923C-8D5F382D5515}">
      <dsp:nvSpPr>
        <dsp:cNvPr id="0" name=""/>
        <dsp:cNvSpPr/>
      </dsp:nvSpPr>
      <dsp:spPr>
        <a:xfrm>
          <a:off x="5703045" y="162"/>
          <a:ext cx="4596484" cy="29187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FBA7F-A500-4906-A51E-7641297B5FF9}">
      <dsp:nvSpPr>
        <dsp:cNvPr id="0" name=""/>
        <dsp:cNvSpPr/>
      </dsp:nvSpPr>
      <dsp:spPr>
        <a:xfrm>
          <a:off x="6213765" y="485346"/>
          <a:ext cx="4596484" cy="29187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Reflection: This project showcases the synergy of software engineering principles and real-world problem-solving.</a:t>
          </a:r>
        </a:p>
      </dsp:txBody>
      <dsp:txXfrm>
        <a:off x="6299253" y="570834"/>
        <a:ext cx="4425508" cy="27477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199C1-24E1-4C55-9CDA-454083E39390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B4DED-2E3C-466B-80F8-8B78701DC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50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1F2D9-DA7D-7CE6-D78B-04E81245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88723-30EB-6432-9028-97EAC1FB1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349C9-5988-AA6E-8763-4708583FE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FDFF4-F336-8A5F-C72E-482220DF0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675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Polymorphism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achieved through method overriding (when a subclass provides a different implementation of a method) or method overloading (when multiple methods with the same name can handle different parameters).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082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Patterns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patterns deal with class composition and object relationships to create flexible and efficient design.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554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579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FC80-F670-2722-4FD9-FDD765974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6972D-4E25-CA2B-BDC0-096D210CC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D59A7-BCFB-04EC-DC42-7762F3927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D0FAD-EB67-A057-DA18-92E261EE3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9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71E6E-FAA4-959C-F597-EC377CF1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21DFB-4861-41F8-90C8-27AEAA7C4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5A796-7040-0929-E779-3069E6ADF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0A2F7-99E6-E9FA-C39C-29DC74DC9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962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7BD8-298D-13AF-3E9E-A86569B7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92F54-25E5-244B-9151-B6F0C44C0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30103-4FF5-366F-EA37-AF46FE9E4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F4A8F-3846-6DF0-4202-4B3E41E91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81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EE43-E04E-4D70-92A2-77C34A054139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2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6729-DDE7-41F2-9953-888EE8845D94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3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339C-7CB3-4EC7-85D4-939755F067DC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8C1B-2C01-4575-9DE2-787419E41A58}" type="datetime1">
              <a:rPr lang="en-GB" smtClean="0"/>
              <a:t>24/01/2026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7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FC9F-8416-44AD-9184-F0441E227467}" type="datetime1">
              <a:rPr lang="en-GB" smtClean="0"/>
              <a:t>24/01/2026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9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A5E0-D89B-4A99-B1F4-B99BE7036214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481B-D274-46E7-A6A6-9AC24589B0BB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3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5B09-A3C1-4F90-9E43-B6C45E2AA107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EF6B4-86D6-412F-BDD8-661E5235ADE2}" type="datetime1">
              <a:rPr lang="en-GB" smtClean="0"/>
              <a:t>24/01/2026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7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24/01/2026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1633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8091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2525111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4066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24/01/2026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43866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24/01/2026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8639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9C771-4504-4C14-A79E-CE2EB72D8D7F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44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EC9F-62C2-4E6C-9EB7-1568D88B15B4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5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AB0E88A-5CF4-4EF1-9BF5-1150A154C715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42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48BA98C8-6DB1-4FB5-741E-EB6F5EF38D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6E40B-7600-0171-A39A-D25B7C7FE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GB" sz="2000" dirty="0"/>
              <a:t>Advanced Object-Oriented Design and Programming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E7FF4-287F-D979-F688-9662CD738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 fontScale="92500"/>
          </a:bodyPr>
          <a:lstStyle/>
          <a:p>
            <a:pPr algn="r"/>
            <a:r>
              <a:rPr lang="en-GB" sz="1900" dirty="0">
                <a:solidFill>
                  <a:srgbClr val="FFFF00"/>
                </a:solidFill>
              </a:rPr>
              <a:t>University of Essex Online</a:t>
            </a:r>
            <a:br>
              <a:rPr lang="en-GB" sz="1900" dirty="0">
                <a:solidFill>
                  <a:srgbClr val="FFFF00"/>
                </a:solidFill>
              </a:rPr>
            </a:br>
            <a:r>
              <a:rPr lang="en-GB" sz="1900" dirty="0">
                <a:solidFill>
                  <a:srgbClr val="FFFF00"/>
                </a:solidFill>
              </a:rPr>
              <a:t>Payman Ghorbani</a:t>
            </a:r>
            <a:br>
              <a:rPr lang="en-GB" sz="1900" dirty="0">
                <a:solidFill>
                  <a:srgbClr val="FFFF00"/>
                </a:solidFill>
              </a:rPr>
            </a:br>
            <a:r>
              <a:rPr lang="en-GB" sz="1900" dirty="0">
                <a:solidFill>
                  <a:srgbClr val="FFFF00"/>
                </a:solidFill>
              </a:rPr>
              <a:t>January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F8227-DAAF-FE11-45ED-355FC74E23E2}"/>
              </a:ext>
            </a:extLst>
          </p:cNvPr>
          <p:cNvSpPr txBox="1"/>
          <p:nvPr/>
        </p:nvSpPr>
        <p:spPr>
          <a:xfrm>
            <a:off x="826937" y="892120"/>
            <a:ext cx="666319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E-Commerce Application Development: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Emphasizing Object-Oriented Design, Design Patterns, and Secure Coding Practices</a:t>
            </a:r>
          </a:p>
          <a:p>
            <a:endParaRPr lang="en-US" sz="3200" b="1" dirty="0"/>
          </a:p>
          <a:p>
            <a:r>
              <a:rPr lang="en-US" sz="3200" b="1" dirty="0"/>
              <a:t>Submission Date: 26</a:t>
            </a:r>
            <a:r>
              <a:rPr lang="en-US" sz="3200" b="1" baseline="30000" dirty="0"/>
              <a:t>th</a:t>
            </a:r>
            <a:r>
              <a:rPr lang="en-US" sz="3200" b="1" dirty="0"/>
              <a:t> Jan. 2026</a:t>
            </a:r>
          </a:p>
          <a:p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565683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38D6-5EE2-E102-B9CA-07E6B5CF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GB" sz="3200" b="1">
                <a:solidFill>
                  <a:srgbClr val="F2F2F2"/>
                </a:solidFill>
              </a:rPr>
              <a:t>Project Overview</a:t>
            </a:r>
            <a:br>
              <a:rPr lang="en-GB" sz="3200" b="1">
                <a:solidFill>
                  <a:srgbClr val="F2F2F2"/>
                </a:solidFill>
              </a:rPr>
            </a:br>
            <a:endParaRPr lang="en-GB" sz="3200">
              <a:solidFill>
                <a:srgbClr val="F2F2F2"/>
              </a:solidFill>
            </a:endParaRP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7D93824-E359-B511-06EA-AFDFA10CB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042005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97060-1E95-31BA-7AD6-A07E9C05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6B84-D384-32E0-9F17-2F77764B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8250" y="6359311"/>
            <a:ext cx="4206240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C2E9D-5876-089C-456F-3B18DB6F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123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E46F6-71A1-DCF5-C6AB-2BBC08F5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0988-CCBF-D4B5-A76E-DAD3B016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066300" cy="610698"/>
          </a:xfrm>
        </p:spPr>
        <p:txBody>
          <a:bodyPr/>
          <a:lstStyle/>
          <a:p>
            <a:r>
              <a:rPr lang="en-GB" sz="2400" b="1" dirty="0">
                <a:solidFill>
                  <a:srgbClr val="FF0000"/>
                </a:solidFill>
              </a:rPr>
              <a:t>Problem Statement and Objectives</a:t>
            </a:r>
            <a:br>
              <a:rPr lang="en-GB" sz="2400" b="1" dirty="0">
                <a:solidFill>
                  <a:srgbClr val="FF0000"/>
                </a:solidFill>
              </a:rPr>
            </a:br>
            <a:br>
              <a:rPr lang="en-GB" sz="2400" b="1" dirty="0">
                <a:solidFill>
                  <a:srgbClr val="FF0000"/>
                </a:solidFill>
              </a:rPr>
            </a:b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A3D2-AEBC-3A10-6585-F2CE605A0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08" y="1367481"/>
            <a:ext cx="9547346" cy="4880918"/>
          </a:xfrm>
        </p:spPr>
        <p:txBody>
          <a:bodyPr/>
          <a:lstStyle/>
          <a:p>
            <a:r>
              <a:rPr lang="en-US" b="1" dirty="0"/>
              <a:t>Problem Statement:</a:t>
            </a:r>
          </a:p>
          <a:p>
            <a:r>
              <a:rPr lang="en-US" dirty="0"/>
              <a:t>Managing user authentication, processing orders, and maintaining secured operations are essential for modern e-commerce systems.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Objectives:</a:t>
            </a:r>
          </a:p>
          <a:p>
            <a:r>
              <a:rPr lang="en-US" dirty="0"/>
              <a:t>Demonstrate Object-Oriented Design Principles for maintainability.</a:t>
            </a:r>
          </a:p>
          <a:p>
            <a:r>
              <a:rPr lang="en-US" dirty="0">
                <a:solidFill>
                  <a:srgbClr val="FFFF00"/>
                </a:solidFill>
              </a:rPr>
              <a:t>Apply Design Patterns </a:t>
            </a:r>
            <a:r>
              <a:rPr lang="en-US" dirty="0"/>
              <a:t>to achieve flexibility and scalability.</a:t>
            </a:r>
          </a:p>
          <a:p>
            <a:r>
              <a:rPr lang="en-US" dirty="0">
                <a:solidFill>
                  <a:srgbClr val="FFFF00"/>
                </a:solidFill>
              </a:rPr>
              <a:t>Ensure secure coding </a:t>
            </a:r>
            <a:r>
              <a:rPr lang="en-US" dirty="0"/>
              <a:t>practices like input validation, authentication, and exception handling.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33B77-C470-00E0-8B06-D77E48A9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6729-DDE7-41F2-9953-888EE8845D94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34B8E-8F4C-E0D8-F34B-988BEA72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97590-5090-6742-D6EE-F61A6F56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E93DC-E103-CC01-6FF7-E3ADEE8A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6C820-0483-65AC-F56A-3235C378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i="1">
                <a:solidFill>
                  <a:srgbClr val="EBEBEB"/>
                </a:solidFill>
              </a:rPr>
              <a:t>python -m unittest discover -s test -p "*.py"       Before Starting</a:t>
            </a:r>
            <a:br>
              <a:rPr lang="en-US" sz="2000" b="1" i="1">
                <a:solidFill>
                  <a:srgbClr val="EBEBEB"/>
                </a:solidFill>
              </a:rPr>
            </a:br>
            <a:br>
              <a:rPr lang="en-GB" sz="2000">
                <a:solidFill>
                  <a:srgbClr val="EBEBEB"/>
                </a:solidFill>
              </a:rPr>
            </a:br>
            <a:br>
              <a:rPr lang="en-GB" sz="2000" b="1">
                <a:solidFill>
                  <a:srgbClr val="EBEBEB"/>
                </a:solidFill>
              </a:rPr>
            </a:br>
            <a:endParaRPr lang="en-GB" sz="200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ECC1-A30A-72C4-9C17-6128473CE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BEBEB"/>
                </a:solidFill>
              </a:rPr>
              <a:t>Testing the application (all test files)</a:t>
            </a:r>
            <a:br>
              <a:rPr lang="en-GB" dirty="0">
                <a:solidFill>
                  <a:srgbClr val="EBEBEB"/>
                </a:solidFill>
              </a:rPr>
            </a:br>
            <a:endParaRPr lang="en-GB" dirty="0">
              <a:solidFill>
                <a:srgbClr val="EBEBE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5781B-00BC-C6FD-C4B8-9548809C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tx1">
                    <a:alpha val="60000"/>
                  </a:schemeClr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301F3-5D93-FD26-0888-095A3628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4" y="6355080"/>
            <a:ext cx="4206240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>
                    <a:alpha val="60000"/>
                  </a:srgbClr>
                </a:solidFill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85648-8DC8-9555-00C8-696D7278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ED9B7E-5557-B1A7-C1CE-7E02EB10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92" y="996985"/>
            <a:ext cx="5449889" cy="486402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0832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F2F4-DA41-F2B7-5129-13ADAAD0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</a:rPr>
              <a:t>Key Features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E5F8C8A-5B1C-1552-F401-93A78C4722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886263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2AE83-DE2E-6293-29AC-8A72EA15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9C6C-0185-93DD-75A3-F700F6BE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19E62-F8B7-CAD8-E7C3-45E1B47D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655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EBC02-40A9-D38C-28DC-EAF9802A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17C31-8129-DC25-CFE1-9DB1682E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000" dirty="0"/>
              <a:t>Design and System Architecture</a:t>
            </a:r>
            <a:br>
              <a:rPr lang="en-GB" sz="2000" dirty="0"/>
            </a:br>
            <a:r>
              <a:rPr lang="en-GB" sz="2000" dirty="0"/>
              <a:t> </a:t>
            </a:r>
            <a:r>
              <a:rPr lang="en-GB" sz="2000" b="1" dirty="0"/>
              <a:t>(</a:t>
            </a:r>
            <a:r>
              <a:rPr lang="en-GB" sz="2000" b="1" dirty="0">
                <a:solidFill>
                  <a:srgbClr val="FFFF00"/>
                </a:solidFill>
              </a:rPr>
              <a:t>Monolithic layered App</a:t>
            </a:r>
            <a:r>
              <a:rPr lang="en-GB" sz="2000" b="1" dirty="0"/>
              <a:t>.)</a:t>
            </a:r>
            <a:br>
              <a:rPr lang="en-GB" sz="2000" dirty="0"/>
            </a:br>
            <a:br>
              <a:rPr lang="en-GB" sz="2000" b="1" dirty="0"/>
            </a:br>
            <a:endParaRPr lang="en-GB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20B81-B86F-02F2-1A08-54526131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5965394" cy="419618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 dirty="0"/>
              <a:t>Architectural Layers:</a:t>
            </a:r>
          </a:p>
          <a:p>
            <a:pPr>
              <a:lnSpc>
                <a:spcPct val="90000"/>
              </a:lnSpc>
            </a:pPr>
            <a:r>
              <a:rPr lang="en-GB" sz="1700" b="1" dirty="0">
                <a:solidFill>
                  <a:srgbClr val="FFFF00"/>
                </a:solidFill>
              </a:rPr>
              <a:t>Presentation Layer</a:t>
            </a:r>
            <a:r>
              <a:rPr lang="en-GB" sz="1700" dirty="0"/>
              <a:t>: Interfaces with 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the user (e.g., UserController).</a:t>
            </a:r>
          </a:p>
          <a:p>
            <a:pPr>
              <a:lnSpc>
                <a:spcPct val="90000"/>
              </a:lnSpc>
            </a:pPr>
            <a:endParaRPr lang="en-GB" sz="1700" dirty="0"/>
          </a:p>
          <a:p>
            <a:pPr>
              <a:lnSpc>
                <a:spcPct val="90000"/>
              </a:lnSpc>
            </a:pPr>
            <a:r>
              <a:rPr lang="en-GB" sz="1700" b="1" dirty="0">
                <a:solidFill>
                  <a:srgbClr val="FFFF00"/>
                </a:solidFill>
              </a:rPr>
              <a:t>Business Layer</a:t>
            </a:r>
            <a:r>
              <a:rPr lang="en-GB" sz="1700" dirty="0"/>
              <a:t>: Solves business logic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 (e.g., UserService, OrderService).</a:t>
            </a:r>
          </a:p>
          <a:p>
            <a:pPr>
              <a:lnSpc>
                <a:spcPct val="90000"/>
              </a:lnSpc>
            </a:pPr>
            <a:endParaRPr lang="en-GB" sz="1700" dirty="0"/>
          </a:p>
          <a:p>
            <a:pPr>
              <a:lnSpc>
                <a:spcPct val="90000"/>
              </a:lnSpc>
            </a:pPr>
            <a:r>
              <a:rPr lang="en-GB" sz="1700" b="1" dirty="0">
                <a:solidFill>
                  <a:srgbClr val="FFFF00"/>
                </a:solidFill>
              </a:rPr>
              <a:t>Data Layer</a:t>
            </a:r>
            <a:r>
              <a:rPr lang="en-GB" sz="1700" dirty="0"/>
              <a:t>: Manages storage 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and retrieval (UserRepository).</a:t>
            </a:r>
          </a:p>
          <a:p>
            <a:pPr>
              <a:lnSpc>
                <a:spcPct val="90000"/>
              </a:lnSpc>
            </a:pPr>
            <a:r>
              <a:rPr lang="en-GB" sz="1700" b="1" dirty="0"/>
              <a:t>Dependency’s flow</a:t>
            </a:r>
            <a:r>
              <a:rPr lang="en-GB" sz="1700" dirty="0"/>
              <a:t>:</a:t>
            </a:r>
          </a:p>
          <a:p>
            <a:pPr>
              <a:lnSpc>
                <a:spcPct val="90000"/>
              </a:lnSpc>
            </a:pPr>
            <a:r>
              <a:rPr lang="en-GB" sz="1700" dirty="0">
                <a:highlight>
                  <a:srgbClr val="000080"/>
                </a:highlight>
              </a:rPr>
              <a:t>Presentation -&gt;Business -&gt;Data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25051-4E94-AC02-4C40-9B52AB87D3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3700" y="6355080"/>
            <a:ext cx="990599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/>
              <a:pPr algn="r">
                <a:spcAft>
                  <a:spcPts val="600"/>
                </a:spcAft>
              </a:pPr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D0749-7CF5-CA5A-A525-EBEB206A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8F467-B028-102E-34EE-BFC52A45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4E9B5D-9580-DDBB-9965-D4806BC73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903" y="2052213"/>
            <a:ext cx="2318392" cy="41961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736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0667-C6A8-5547-3BF2-D764A6E7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C2DF-A84F-ACFF-C808-BBBA1035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066300" cy="610698"/>
          </a:xfrm>
        </p:spPr>
        <p:txBody>
          <a:bodyPr/>
          <a:lstStyle/>
          <a:p>
            <a:r>
              <a:rPr lang="en-GB" sz="2400" dirty="0">
                <a:solidFill>
                  <a:srgbClr val="FF0000"/>
                </a:solidFill>
              </a:rPr>
              <a:t>Object-Oriented Design Principles I</a:t>
            </a:r>
            <a:br>
              <a:rPr lang="en-GB" sz="2400" dirty="0">
                <a:solidFill>
                  <a:srgbClr val="FF0000"/>
                </a:solidFill>
              </a:rPr>
            </a:br>
            <a:br>
              <a:rPr lang="en-GB" sz="2400" b="1" dirty="0">
                <a:solidFill>
                  <a:srgbClr val="FF0000"/>
                </a:solidFill>
              </a:rPr>
            </a:b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1DEB9-6271-C660-8002-A89AADD8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08" y="1063416"/>
            <a:ext cx="9547346" cy="5536163"/>
          </a:xfrm>
        </p:spPr>
        <p:txBody>
          <a:bodyPr/>
          <a:lstStyle/>
          <a:p>
            <a:endParaRPr lang="en-GB" b="1" dirty="0">
              <a:highlight>
                <a:srgbClr val="FF00FF"/>
              </a:highlight>
            </a:endParaRPr>
          </a:p>
          <a:p>
            <a:endParaRPr lang="en-GB" b="1" dirty="0">
              <a:highlight>
                <a:srgbClr val="FF00FF"/>
              </a:highlight>
            </a:endParaRPr>
          </a:p>
          <a:p>
            <a:r>
              <a:rPr lang="en-GB" b="1" dirty="0"/>
              <a:t>Encapsulation:</a:t>
            </a:r>
            <a:endParaRPr lang="en-GB" dirty="0"/>
          </a:p>
          <a:p>
            <a:pPr lvl="1"/>
            <a:r>
              <a:rPr lang="en-US" dirty="0"/>
              <a:t>Each class encapsulates its specific responsibilities, such as </a:t>
            </a:r>
            <a:r>
              <a:rPr lang="en-US" b="1" dirty="0">
                <a:solidFill>
                  <a:srgbClr val="FF0000"/>
                </a:solidFill>
              </a:rPr>
              <a:t>UserService</a:t>
            </a:r>
            <a:r>
              <a:rPr lang="en-US" dirty="0"/>
              <a:t> handling user-related operations and </a:t>
            </a:r>
            <a:r>
              <a:rPr lang="en-US" b="1" dirty="0">
                <a:solidFill>
                  <a:srgbClr val="FF0000"/>
                </a:solidFill>
              </a:rPr>
              <a:t>OrderService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managing order logic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GB" b="1" dirty="0"/>
              <a:t>Polymorphism:</a:t>
            </a:r>
            <a:endParaRPr lang="en-GB" dirty="0"/>
          </a:p>
          <a:p>
            <a:pPr lvl="1"/>
            <a:r>
              <a:rPr lang="en-US" dirty="0"/>
              <a:t>when multiple methods with the same name can </a:t>
            </a:r>
            <a:r>
              <a:rPr lang="en-US" b="1" dirty="0"/>
              <a:t>handle different parameters</a:t>
            </a:r>
            <a:r>
              <a:rPr lang="en-US" dirty="0"/>
              <a:t>. i.e. overloading </a:t>
            </a:r>
            <a:r>
              <a:rPr lang="en-US" dirty="0">
                <a:solidFill>
                  <a:srgbClr val="FFFF00"/>
                </a:solidFill>
              </a:rPr>
              <a:t>save() and find() </a:t>
            </a:r>
            <a:r>
              <a:rPr lang="en-US" dirty="0"/>
              <a:t>methods </a:t>
            </a:r>
            <a:r>
              <a:rPr lang="en-GB" dirty="0"/>
              <a:t>with different parameters in </a:t>
            </a:r>
            <a:r>
              <a:rPr lang="en-GB" dirty="0">
                <a:solidFill>
                  <a:srgbClr val="FFFF00"/>
                </a:solidFill>
              </a:rPr>
              <a:t>product_repository.py </a:t>
            </a:r>
            <a:r>
              <a:rPr lang="en-GB" dirty="0"/>
              <a:t>and </a:t>
            </a:r>
            <a:r>
              <a:rPr lang="en-GB" dirty="0">
                <a:solidFill>
                  <a:srgbClr val="FFFF00"/>
                </a:solidFill>
              </a:rPr>
              <a:t>order_repository.py</a:t>
            </a:r>
            <a:endParaRPr lang="en-GB" dirty="0">
              <a:solidFill>
                <a:srgbClr val="FFFF00"/>
              </a:solidFill>
              <a:highlight>
                <a:srgbClr val="0000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FE70A-A50B-D8D7-015C-0DD69CFF7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6729-DDE7-41F2-9953-888EE8845D94}" type="datetime1">
              <a:rPr lang="en-GB" smtClean="0"/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D2171-ED43-BF8B-A5BC-CFF59310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19FD2-31C4-EDA9-EE44-971B8332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FF81BB-8442-CB9D-D711-CBD1827EF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184731" cy="646331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2398C49-AA08-98BD-03F0-281FC74A5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AE6734B-5972-B342-15ED-347C45A4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0B61E9F-BD45-696B-381D-BB63583FB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AF3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D3C26"/>
                </a:solidFill>
                <a:effectLst/>
                <a:latin typeface="__ALPINA_d83382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052F0D46-8A55-1E06-1F10-DA556A6E2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B3E67251-745E-C116-BB07-2B52199AF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574AD9D4-AEB8-3D0C-794C-AA3153045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F95C15C-F2EE-16B6-C32F-91B03FCAC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AF3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D3C26"/>
                </a:solidFill>
                <a:effectLst/>
                <a:latin typeface="__ALPINA_d83382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36BA980C-C3DB-15D2-4E14-C1734A62A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AF3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D3C26"/>
                </a:solidFill>
                <a:effectLst/>
                <a:latin typeface="__ALPINA_d83382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2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0F42-A133-4505-F7AE-7241FCD7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GB"/>
              <a:t>Object-Oriented Design Principles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4657B-8CF6-4DA4-C00C-ABF72B99A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pPr lvl="1"/>
            <a:r>
              <a:rPr lang="en-GB" b="1"/>
              <a:t>Inheritance:</a:t>
            </a:r>
            <a:endParaRPr lang="en-GB"/>
          </a:p>
          <a:p>
            <a:pPr lvl="1"/>
            <a:r>
              <a:rPr lang="en-GB" b="1" dirty="0"/>
              <a:t>BaseRepository.py</a:t>
            </a:r>
            <a:r>
              <a:rPr lang="en-GB" dirty="0"/>
              <a:t> is a parent class extended by repositories (UserRepository, OrderRepository).</a:t>
            </a:r>
          </a:p>
          <a:p>
            <a:pPr lvl="1"/>
            <a:endParaRPr lang="en-GB" dirty="0"/>
          </a:p>
          <a:p>
            <a:r>
              <a:rPr lang="en-GB" b="1"/>
              <a:t>Abstraction:</a:t>
            </a:r>
            <a:endParaRPr lang="en-GB"/>
          </a:p>
          <a:p>
            <a:pPr lvl="1"/>
            <a:r>
              <a:rPr lang="en-GB" dirty="0"/>
              <a:t>Layers isolate specific concerns, such as data access, UI handling, and business logic. </a:t>
            </a:r>
          </a:p>
          <a:p>
            <a:pPr lvl="1"/>
            <a:r>
              <a:rPr lang="en-US" dirty="0"/>
              <a:t>Making it easier to </a:t>
            </a:r>
            <a:r>
              <a:rPr lang="en-US" b="1" dirty="0"/>
              <a:t>understand, maintain, and modify </a:t>
            </a:r>
            <a:r>
              <a:rPr lang="en-US" dirty="0"/>
              <a:t>individual components without affecting the entire system.</a:t>
            </a:r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EC6B8-3522-615A-22D0-3DDB2167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4418" y="6400005"/>
            <a:ext cx="2194903" cy="304799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0E83F-5F01-10D3-7E66-6364E6C5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110" y="6400005"/>
            <a:ext cx="3859795" cy="30480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30391-A121-CECA-75B2-5CC764B3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2612" y="6400005"/>
            <a:ext cx="633127" cy="301752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148CC95F-0247-41B6-91CF-DC97C76A7088}" type="slidenum">
              <a:rPr lang="en-US" sz="1100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946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FF51A-5823-73A6-1AE2-9F73463C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GB" sz="3200">
                <a:solidFill>
                  <a:srgbClr val="F2F2F2"/>
                </a:solidFill>
              </a:rPr>
              <a:t>Application of Design Patterns – Factory Method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9DDF4-3EC3-389A-55B6-A1621D16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AB61D-5C24-0B06-E067-27128CC99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8250" y="6359311"/>
            <a:ext cx="4206240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4A9A9-C7D7-A44A-4D09-4E164E59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26E62F3-AD41-FF56-E3E9-4CD4AB336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428954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9561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9B61F-8D8E-C2B0-6078-9690C8BC3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7A95-DF3E-F130-EB1F-3ADBAC6F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/>
              <a:t>Application of Design Patterns II</a:t>
            </a:r>
            <a:br>
              <a:rPr lang="en-GB" sz="2900"/>
            </a:br>
            <a:br>
              <a:rPr lang="en-GB" sz="2900" b="1"/>
            </a:br>
            <a:endParaRPr lang="en-GB" sz="290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BF65F52-9F5B-8342-EBCB-73ACF4E5A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234801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B57C-2019-EA8E-D30A-29678E05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D6FDE-75EA-D3C9-A77B-F48DF9BF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32B88-92F6-D7BD-9CAB-E76A794E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7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6673E-2338-5D9C-1CDB-1F3CE21F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CCD8-2661-A7DD-8FF0-93E073098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/>
              <a:t>Secure Coding Practices</a:t>
            </a:r>
            <a:br>
              <a:rPr lang="en-GB" sz="2900"/>
            </a:br>
            <a:br>
              <a:rPr lang="en-GB" sz="2900" b="1"/>
            </a:br>
            <a:endParaRPr lang="en-GB" sz="290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B3137A6-439F-1389-1279-61D69B2806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93337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872CB-40E7-EE76-F992-EEA71565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D5F88-2C20-1988-07AE-943D7C10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72F7D-B4A6-E12D-BCC1-1C527FE5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30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A891-9C41-C296-D216-EFC32F6E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/>
              <a:t>Application Workflow (High-Level)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2AB95B5-F3E2-078C-6337-B97539A42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802889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2A55C-BFEF-341A-9B25-441F366C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E076-7709-2404-7C59-749B5851E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2D839-DB98-E6FC-5574-87C13AC8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28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BC51-C52D-F34C-74E7-A3C20C7A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/>
              <a:t>1. User Management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5652F23-19A1-4EB6-6AD9-44A34AC68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418226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465EC-E9A7-154B-9492-B0B2C836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07624-268D-86F1-AE4B-962D708C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45FE5-9A87-62DA-4C9A-43447A3A2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92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5CA7-2F6D-06E8-6D0A-01D4A6C0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798176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b="1"/>
              <a:t>1. User Management -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516F6-0E57-6D34-A771-BB6989AEF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797676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Open </a:t>
            </a:r>
            <a:r>
              <a:rPr lang="en-GB" b="1" dirty="0"/>
              <a:t>Demo.py </a:t>
            </a:r>
          </a:p>
          <a:p>
            <a:pPr>
              <a:lnSpc>
                <a:spcPct val="90000"/>
              </a:lnSpc>
            </a:pPr>
            <a:r>
              <a:rPr lang="en-GB" b="1" dirty="0"/>
              <a:t>Open Terminal and type python Demo.py</a:t>
            </a:r>
          </a:p>
          <a:p>
            <a:pPr>
              <a:lnSpc>
                <a:spcPct val="90000"/>
              </a:lnSpc>
            </a:pPr>
            <a:endParaRPr lang="en-GB" b="1" dirty="0"/>
          </a:p>
          <a:p>
            <a:pPr>
              <a:lnSpc>
                <a:spcPct val="90000"/>
              </a:lnSpc>
            </a:pPr>
            <a:endParaRPr lang="en-GB" b="1" dirty="0"/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rgbClr val="FFFF00"/>
                </a:solidFill>
              </a:rPr>
              <a:t>Failed Registration: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b="1" dirty="0"/>
              <a:t>Password: Less than 12 Characters,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b="1" dirty="0"/>
              <a:t>All lower case, without a special charact,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b="1" dirty="0"/>
              <a:t>All upper case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b="1" dirty="0"/>
              <a:t>Invalid email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72CFE-2200-1245-0DFF-01183A5D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37" y="6381750"/>
            <a:ext cx="2790444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 smtClean="0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18CBC-94DE-4094-CC8E-910BB514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6111" y="638175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BB46F-C308-F616-D3DB-595EFB7B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84696A-C9B0-6E53-4700-30E8E96CA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608" y="1875419"/>
            <a:ext cx="2005434" cy="491331"/>
          </a:xfrm>
          <a:prstGeom prst="rect">
            <a:avLst/>
          </a:prstGeom>
          <a:effectLst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4A7225-F053-23EF-B018-D9FAAE175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246" y="1940596"/>
            <a:ext cx="2005434" cy="360978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EB6103-7E2C-F16F-4A54-4E92CD3F7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749" y="3986662"/>
            <a:ext cx="2002353" cy="1201411"/>
          </a:xfrm>
          <a:prstGeom prst="rect">
            <a:avLst/>
          </a:prstGeom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304B0E-1A76-4361-C1ED-8A61DC48E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9246" y="4334571"/>
            <a:ext cx="2002353" cy="50559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08251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EAD96-5C79-97C6-6676-4F491431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 b="1"/>
              <a:t>2. User Management - User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D9F2-A9C6-A8DF-6730-BC422523D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b="1"/>
              <a:t>Successful Registration, and failed login (wrong password)</a:t>
            </a:r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r>
              <a:rPr lang="en-GB" b="1"/>
              <a:t>Successful registration and  failed login (wrong email address)</a:t>
            </a:r>
          </a:p>
          <a:p>
            <a:pPr>
              <a:lnSpc>
                <a:spcPct val="90000"/>
              </a:lnSpc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CF2B-CABA-7E05-E7B2-8538A2B7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37" y="6381750"/>
            <a:ext cx="2790444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19073-988B-69F8-8B6F-F3FF8C28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6111" y="638175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0CB7D-E9CA-5B0B-798B-556EE70E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7077CB-5C65-CD04-18C1-8F5DB3862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0" y="1049331"/>
            <a:ext cx="5449471" cy="1880066"/>
          </a:xfrm>
          <a:prstGeom prst="rect">
            <a:avLst/>
          </a:prstGeom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AAD957-0497-BC92-25B7-FC4095DF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0" y="3879532"/>
            <a:ext cx="5449471" cy="201630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8383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5FEF6-7956-24BD-E6C2-CF8DFE22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54E99-6AA3-DB5D-A5B5-FFB4AED4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1 &amp; 2. User Registration &amp; login: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25BC-1406-DDF9-05BB-EA7B88CB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0279" y="4588329"/>
            <a:ext cx="3344020" cy="16219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cap="all">
                <a:solidFill>
                  <a:schemeClr val="bg2">
                    <a:lumMod val="40000"/>
                    <a:lumOff val="60000"/>
                  </a:schemeClr>
                </a:solidFill>
              </a:rPr>
              <a:t>Successful registration and login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4281-A0D9-A5AC-77E5-F6C28841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140BB-C129-E770-7369-14429061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b="0" i="0" kern="1200">
                <a:solidFill>
                  <a:srgbClr val="FFFFFF">
                    <a:alpha val="60000"/>
                  </a:srgbClr>
                </a:solidFill>
                <a:latin typeface="+mn-lt"/>
                <a:ea typeface="+mn-ea"/>
                <a:cs typeface="+mn-cs"/>
              </a:rPr>
              <a:t>UoEO - PG25304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DB135C-C339-4797-C4F2-C8931F263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92" y="2262769"/>
            <a:ext cx="6275584" cy="2337654"/>
          </a:xfrm>
          <a:prstGeom prst="rect">
            <a:avLst/>
          </a:prstGeom>
          <a:effectLst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C09A8-EE12-5DCD-3459-9E1F14BF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62532" y="6355080"/>
            <a:ext cx="2281767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spcAft>
                <a:spcPts val="600"/>
              </a:spcAft>
            </a:pPr>
            <a:fld id="{38526729-DDE7-41F2-9953-888EE8845D94}" type="datetime1">
              <a:rPr lang="en-US">
                <a:solidFill>
                  <a:srgbClr val="FFFFFF">
                    <a:alpha val="60000"/>
                  </a:srgbClr>
                </a:solidFill>
              </a:rPr>
              <a:pPr algn="r" defTabSz="914400">
                <a:spcAft>
                  <a:spcPts val="600"/>
                </a:spcAft>
              </a:pPr>
              <a:t>1/24/2026</a:t>
            </a:fld>
            <a:endParaRPr lang="en-US">
              <a:solidFill>
                <a:srgbClr val="FFFFFF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37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77F4C-CF25-BBC2-FEC4-C39B9C10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b="1">
                <a:solidFill>
                  <a:srgbClr val="EBEBEB"/>
                </a:solidFill>
              </a:rPr>
              <a:t>Security Feature - Hashing &amp; storing password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18DD2C-F1CF-B899-166F-7A5269D0C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92" y="1916654"/>
            <a:ext cx="5449889" cy="3024688"/>
          </a:xfrm>
          <a:prstGeom prst="rect">
            <a:avLst/>
          </a:prstGeom>
          <a:effec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99EE-BC5E-8B23-4DC5-9FC503CF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E5AD4-EEC1-503B-B85C-18EC4B3C7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During the login process, </a:t>
            </a:r>
            <a:r>
              <a:rPr lang="en-US">
                <a:solidFill>
                  <a:srgbClr val="EBEBEB"/>
                </a:solidFill>
                <a:highlight>
                  <a:srgbClr val="000080"/>
                </a:highlight>
              </a:rPr>
              <a:t>bcrypt</a:t>
            </a:r>
            <a:r>
              <a:rPr lang="en-US">
                <a:solidFill>
                  <a:srgbClr val="EBEBEB"/>
                </a:solidFill>
              </a:rPr>
              <a:t> will verify the hashed password with the user's input and authenticate them if they match.</a:t>
            </a:r>
          </a:p>
          <a:p>
            <a:endParaRPr lang="en-GB">
              <a:solidFill>
                <a:srgbClr val="EBEBEB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D478-0740-EAB6-A6AA-920BC323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4" y="6355080"/>
            <a:ext cx="4206240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>
                    <a:alpha val="60000"/>
                  </a:srgbClr>
                </a:solidFill>
              </a:rPr>
              <a:t>UoEO - PG25304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919D2-7B95-C4C7-E301-957966CA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tx1">
                    <a:alpha val="60000"/>
                  </a:schemeClr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062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7E77D-70F4-6501-4F18-89C50EF5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/>
              <a:t>User’s input, email, and password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6D562-6852-82F3-9D7A-7E77868DA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US" dirty="0"/>
              <a:t>"Password validation in our app is split into </a:t>
            </a:r>
            <a:r>
              <a:rPr lang="en-US" b="1"/>
              <a:t>strategies.py</a:t>
            </a:r>
            <a:r>
              <a:rPr lang="en-US"/>
              <a:t> </a:t>
            </a:r>
            <a:r>
              <a:rPr lang="en-US" dirty="0"/>
              <a:t>(to define flexible validation policies) and </a:t>
            </a:r>
            <a:r>
              <a:rPr lang="en-US" b="1"/>
              <a:t>validators.py</a:t>
            </a:r>
            <a:r>
              <a:rPr lang="en-US"/>
              <a:t> </a:t>
            </a:r>
            <a:r>
              <a:rPr lang="en-US" dirty="0"/>
              <a:t>(to implement specific validation logic) for modular and reusable code.“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001BB-C411-F76D-218E-5AF60483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37" y="6381750"/>
            <a:ext cx="2790444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53BB5-5B71-CCE4-40A3-EBB784F9D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6111" y="638175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1EFFF-FB40-AE83-916E-B774A36B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E5F220-8513-4E94-3356-2E075EA0A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702" y="647699"/>
            <a:ext cx="5062886" cy="2683330"/>
          </a:xfrm>
          <a:prstGeom prst="rect">
            <a:avLst/>
          </a:prstGeom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58C5EA-D510-99AA-2AF0-36428F94F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424" y="3526971"/>
            <a:ext cx="4993443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29422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462D4-E6A2-66DA-4849-4AA30CA0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Product Management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696F8-18EF-3B1D-4D03-F918F95C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13EF4-100C-AEE6-72D4-1E688095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EAFD7-45CE-02F1-7E29-B40098A5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9E90DA5-58A9-5DB9-BB93-FCB41B53F7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628567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3811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7D32-E579-AF7D-6810-A8F54113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600" b="1"/>
              <a:t>3 &amp; 4. Product Management – Addition &amp; View Products</a:t>
            </a:r>
            <a:br>
              <a:rPr lang="en-GB" sz="2600" b="1"/>
            </a:br>
            <a:endParaRPr lang="en-GB" sz="2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C3B3D-69BC-0ECF-B9C8-A609D9A8C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4338409" cy="4196185"/>
          </a:xfrm>
        </p:spPr>
        <p:txBody>
          <a:bodyPr>
            <a:normAutofit/>
          </a:bodyPr>
          <a:lstStyle/>
          <a:p>
            <a:r>
              <a:rPr lang="en-GB" dirty="0"/>
              <a:t>Product_id will be</a:t>
            </a:r>
          </a:p>
          <a:p>
            <a:pPr marL="0" indent="0">
              <a:buNone/>
            </a:pPr>
            <a:r>
              <a:rPr lang="en-GB" dirty="0"/>
              <a:t> generated automatically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3EE55-775A-DB4E-BBC4-87F4407C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3700" y="6355080"/>
            <a:ext cx="990599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/>
              <a:pPr algn="r">
                <a:spcAft>
                  <a:spcPts val="600"/>
                </a:spcAft>
              </a:pPr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2C802-0984-91C3-5CC0-9A36CEC8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748CE-6D92-6109-B254-3BD5A2D1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6A69E8-848E-DDBB-2C0D-56DBCA354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16" y="2746512"/>
            <a:ext cx="5451627" cy="28075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7455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1DCD-E079-563F-23F3-9A524A8C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dirty="0"/>
              <a:t>Step 1 to 6: Registration, Login, Add Products, View all products, Place an order, View User Order History</a:t>
            </a:r>
            <a:br>
              <a:rPr lang="en-US" sz="2600" dirty="0"/>
            </a:br>
            <a:endParaRPr lang="en-US" sz="2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9BD3297-4815-6A7C-211B-FB1E2E0E4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852" y="4226822"/>
            <a:ext cx="3038348" cy="1207742"/>
          </a:xfrm>
          <a:prstGeom prst="rect">
            <a:avLst/>
          </a:prstGeom>
          <a:effectLst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45EC-6283-5F31-A7A2-23A0F1AF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855" y="6355023"/>
            <a:ext cx="2790444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spcAft>
                <a:spcPts val="600"/>
              </a:spcAft>
            </a:pPr>
            <a:fld id="{38526729-DDE7-41F2-9953-888EE8845D94}" type="datetime1">
              <a:rPr lang="en-GB" smtClean="0"/>
              <a:pPr algn="r" defTabSz="914400">
                <a:spcAft>
                  <a:spcPts val="600"/>
                </a:spcAft>
              </a:pPr>
              <a:t>24/01/2026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3AE55-3432-A78B-9213-1BAC5C09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850" y="6355021"/>
            <a:ext cx="3859795" cy="304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b="0" i="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35C1D-9EC6-AB42-A14D-F17BEDB4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148CC95F-0247-41B6-91CF-DC97C76A7088}" type="slidenum">
              <a:rPr lang="en-US" smtClean="0"/>
              <a:pPr defTabSz="914400"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8DCBF4-6735-4800-53F5-363967243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53" y="1285808"/>
            <a:ext cx="3038347" cy="1382447"/>
          </a:xfrm>
          <a:prstGeom prst="rect">
            <a:avLst/>
          </a:prstGeom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9E44CF-7D4B-5720-AC49-9A202BAD6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6168" y="1297202"/>
            <a:ext cx="3038347" cy="1359660"/>
          </a:xfrm>
          <a:prstGeom prst="rect">
            <a:avLst/>
          </a:prstGeom>
          <a:effectLst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FEDB7D-2244-BB2C-6A8A-349EB26A6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6168" y="4447102"/>
            <a:ext cx="3038348" cy="76718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60079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3D6B6-F86D-EC89-02A8-4AAD2193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4AB24-9232-54C4-48D4-F6F8DB91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Real-World Challenges and Solutions</a:t>
            </a:r>
            <a:br>
              <a:rPr lang="en-US">
                <a:solidFill>
                  <a:srgbClr val="F2F2F2"/>
                </a:solidFill>
              </a:rPr>
            </a:br>
            <a:br>
              <a:rPr lang="en-GB">
                <a:solidFill>
                  <a:srgbClr val="F2F2F2"/>
                </a:solidFill>
              </a:rPr>
            </a:br>
            <a:br>
              <a:rPr lang="en-GB" b="1">
                <a:solidFill>
                  <a:srgbClr val="F2F2F2"/>
                </a:solidFill>
              </a:rPr>
            </a:br>
            <a:endParaRPr lang="en-GB">
              <a:solidFill>
                <a:srgbClr val="F2F2F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7D1CE-F040-73D3-0867-B73621F6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49092-F664-C9D5-8ABB-97B0215D9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861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082C0-86A5-5D6A-43D9-9BE2E1C6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FEA9C74-F92A-D61C-A11E-5BD44C996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129912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906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FCF52-70EE-2DBA-6831-CE956F5C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E3A17-0A8A-2594-A5DA-96875237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Key Learnings</a:t>
            </a:r>
            <a:br>
              <a:rPr lang="en-US" sz="3200">
                <a:solidFill>
                  <a:srgbClr val="F2F2F2"/>
                </a:solidFill>
              </a:rPr>
            </a:br>
            <a:br>
              <a:rPr lang="en-GB" sz="3200">
                <a:solidFill>
                  <a:srgbClr val="F2F2F2"/>
                </a:solidFill>
              </a:rPr>
            </a:br>
            <a:br>
              <a:rPr lang="en-GB" sz="3200" b="1">
                <a:solidFill>
                  <a:srgbClr val="F2F2F2"/>
                </a:solidFill>
              </a:rPr>
            </a:br>
            <a:endParaRPr lang="en-GB" sz="3200">
              <a:solidFill>
                <a:srgbClr val="F2F2F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FB30-0BCD-6473-BBB5-7B03523A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8E275-10D9-37F0-327E-C509D00D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8250" y="6359311"/>
            <a:ext cx="4206240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696F-4631-4875-5A85-8691FDC4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11432AC-EECE-22D1-530A-A25BADB806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5387362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4993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7F886-BE94-7CB5-F21C-CEAB1BA6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>
                <a:solidFill>
                  <a:srgbClr val="EBEBEB"/>
                </a:solidFill>
              </a:rPr>
              <a:t>Improvement</a:t>
            </a:r>
            <a:br>
              <a:rPr lang="en-GB" sz="3300">
                <a:solidFill>
                  <a:srgbClr val="EBEBEB"/>
                </a:solidFill>
              </a:rPr>
            </a:br>
            <a:endParaRPr lang="en-GB" sz="3300">
              <a:solidFill>
                <a:srgbClr val="EBEBEB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6A21A-F1CC-94CF-648B-B22BD20B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6502-DE6A-CE72-45DD-1A50BDEE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7AE1B-323F-8C73-6FE7-66E7D54F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31A8BB0-1367-E12E-2F6F-1F688762C0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242023"/>
              </p:ext>
            </p:extLst>
          </p:nvPr>
        </p:nvGraphicFramePr>
        <p:xfrm>
          <a:off x="648929" y="2603230"/>
          <a:ext cx="11118349" cy="3611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0781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C4960-76BF-9E99-C089-82FF16E6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1315-DAA9-BBB6-18D2-E9E23660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rgbClr val="EBEBEB"/>
                </a:solidFill>
              </a:rPr>
              <a:t>Questions and Reflections</a:t>
            </a:r>
            <a:br>
              <a:rPr lang="en-US" sz="1400">
                <a:solidFill>
                  <a:srgbClr val="EBEBEB"/>
                </a:solidFill>
              </a:rPr>
            </a:br>
            <a:br>
              <a:rPr lang="en-GB" sz="1400">
                <a:solidFill>
                  <a:srgbClr val="EBEBEB"/>
                </a:solidFill>
              </a:rPr>
            </a:br>
            <a:br>
              <a:rPr lang="en-GB" sz="1400" b="1">
                <a:solidFill>
                  <a:srgbClr val="EBEBEB"/>
                </a:solidFill>
              </a:rPr>
            </a:br>
            <a:endParaRPr lang="en-GB" sz="1400">
              <a:solidFill>
                <a:srgbClr val="EBEBEB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51EC8D4-9CBC-ACDF-A64C-DDB94EE925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86640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027EB-BED8-DE2B-CA64-B20DB561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24/01/2026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4639-8106-81FC-3802-EF2E60F8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5C69C-7D9F-4F86-FD06-D72BAEAA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053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7666</TotalTime>
  <Words>1499</Words>
  <Application>Microsoft Office PowerPoint</Application>
  <PresentationFormat>Widescreen</PresentationFormat>
  <Paragraphs>250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__ALPINA_d83382</vt:lpstr>
      <vt:lpstr>Aptos</vt:lpstr>
      <vt:lpstr>Arial</vt:lpstr>
      <vt:lpstr>Century Gothic</vt:lpstr>
      <vt:lpstr>Wingdings 3</vt:lpstr>
      <vt:lpstr>Ion</vt:lpstr>
      <vt:lpstr>Advanced Object-Oriented Design and Programming 2025</vt:lpstr>
      <vt:lpstr>Project Overview </vt:lpstr>
      <vt:lpstr>Problem Statement and Objectives  </vt:lpstr>
      <vt:lpstr>python -m unittest discover -s test -p "*.py"       Before Starting   </vt:lpstr>
      <vt:lpstr>Key Features</vt:lpstr>
      <vt:lpstr>Design and System Architecture  (Monolithic layered App.)  </vt:lpstr>
      <vt:lpstr>Object-Oriented Design Principles I  </vt:lpstr>
      <vt:lpstr>Object-Oriented Design Principles II</vt:lpstr>
      <vt:lpstr>Application of Design Patterns – Factory Method</vt:lpstr>
      <vt:lpstr>Application of Design Patterns II  </vt:lpstr>
      <vt:lpstr>Secure Coding Practices  </vt:lpstr>
      <vt:lpstr>Application Workflow (High-Level)</vt:lpstr>
      <vt:lpstr>1. User Management</vt:lpstr>
      <vt:lpstr>1. User Management - Registration</vt:lpstr>
      <vt:lpstr>2. User Management - User Login</vt:lpstr>
      <vt:lpstr>1 &amp; 2. User Registration &amp; login: working</vt:lpstr>
      <vt:lpstr>Security Feature - Hashing &amp; storing password</vt:lpstr>
      <vt:lpstr>User’s input, email, and password validation</vt:lpstr>
      <vt:lpstr>Product Management</vt:lpstr>
      <vt:lpstr>3 &amp; 4. Product Management – Addition &amp; View Products </vt:lpstr>
      <vt:lpstr>Step 1 to 6: Registration, Login, Add Products, View all products, Place an order, View User Order History </vt:lpstr>
      <vt:lpstr>Real-World Challenges and Solutions   </vt:lpstr>
      <vt:lpstr>Key Learnings   </vt:lpstr>
      <vt:lpstr>Improvement </vt:lpstr>
      <vt:lpstr>Questions and Reflections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Ghorbani, Payman</dc:creator>
  <cp:lastModifiedBy>Ghorbani, Payman</cp:lastModifiedBy>
  <cp:revision>49</cp:revision>
  <dcterms:created xsi:type="dcterms:W3CDTF">2026-01-14T12:23:31Z</dcterms:created>
  <dcterms:modified xsi:type="dcterms:W3CDTF">2026-01-24T15:47:20Z</dcterms:modified>
</cp:coreProperties>
</file>