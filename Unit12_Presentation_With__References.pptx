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7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1"/>
  </p:sldMasterIdLst>
  <p:notesMasterIdLst>
    <p:notesMasterId r:id="rId29"/>
  </p:notesMasterIdLst>
  <p:sldIdLst>
    <p:sldId id="256" r:id="rId2"/>
    <p:sldId id="257" r:id="rId3"/>
    <p:sldId id="258" r:id="rId4"/>
    <p:sldId id="265" r:id="rId5"/>
    <p:sldId id="278" r:id="rId6"/>
    <p:sldId id="259" r:id="rId7"/>
    <p:sldId id="260" r:id="rId8"/>
    <p:sldId id="270" r:id="rId9"/>
    <p:sldId id="269" r:id="rId10"/>
    <p:sldId id="261" r:id="rId11"/>
    <p:sldId id="262" r:id="rId12"/>
    <p:sldId id="279" r:id="rId13"/>
    <p:sldId id="280" r:id="rId14"/>
    <p:sldId id="272" r:id="rId15"/>
    <p:sldId id="273" r:id="rId16"/>
    <p:sldId id="276" r:id="rId17"/>
    <p:sldId id="275" r:id="rId18"/>
    <p:sldId id="282" r:id="rId19"/>
    <p:sldId id="281" r:id="rId20"/>
    <p:sldId id="274" r:id="rId21"/>
    <p:sldId id="277" r:id="rId22"/>
    <p:sldId id="263" r:id="rId23"/>
    <p:sldId id="267" r:id="rId24"/>
    <p:sldId id="271" r:id="rId25"/>
    <p:sldId id="266" r:id="rId26"/>
    <p:sldId id="283" r:id="rId27"/>
    <p:sldId id="28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988D81-B175-43CE-8B8A-4D180E7D7C9C}" v="1" dt="2026-01-25T14:30:30.548"/>
    <p1510:client id="{B60EEF9D-7252-4917-9DD7-6B2A150CD940}" v="28" dt="2026-01-24T15:40:50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horbani, Payman" userId="a45f9958-c696-4e23-ba70-fcf5e7b5c74e" providerId="ADAL" clId="{AEEE8E7C-BE45-46C9-98A5-772D3647EFD6}"/>
    <pc:docChg chg="undo custSel modSld">
      <pc:chgData name="Ghorbani, Payman" userId="a45f9958-c696-4e23-ba70-fcf5e7b5c74e" providerId="ADAL" clId="{AEEE8E7C-BE45-46C9-98A5-772D3647EFD6}" dt="2026-01-25T14:56:25.055" v="73" actId="1076"/>
      <pc:docMkLst>
        <pc:docMk/>
      </pc:docMkLst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2386123844" sldId="257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386123844" sldId="257"/>
            <ac:spMk id="2" creationId="{7D7838D6-5EE2-E102-B9CA-07E6B5CF24A6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386123844" sldId="257"/>
            <ac:spMk id="4" creationId="{64197060-1E95-31BA-7AD6-A07E9C0551D6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386123844" sldId="257"/>
            <ac:spMk id="5" creationId="{75786B84-D384-32E0-9F17-2F77764B80A7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386123844" sldId="257"/>
            <ac:spMk id="6" creationId="{5EEC2E9D-5876-089C-456F-3B18DB6FCD65}"/>
          </ac:spMkLst>
        </pc:spChg>
      </pc:sldChg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198650340" sldId="258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198650340" sldId="258"/>
            <ac:spMk id="4" creationId="{66033B77-C470-00E0-8B06-D77E48A9A5CE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198650340" sldId="258"/>
            <ac:spMk id="5" creationId="{ADA34B8E-8F4C-E0D8-F34B-988BEA722C9A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198650340" sldId="258"/>
            <ac:spMk id="6" creationId="{CF197590-5090-6742-D6EE-F61A6F56E2E2}"/>
          </ac:spMkLst>
        </pc:spChg>
      </pc:sldChg>
      <pc:sldChg chg="modSp mod">
        <pc:chgData name="Ghorbani, Payman" userId="a45f9958-c696-4e23-ba70-fcf5e7b5c74e" providerId="ADAL" clId="{AEEE8E7C-BE45-46C9-98A5-772D3647EFD6}" dt="2026-01-25T14:34:08.201" v="10" actId="14100"/>
        <pc:sldMkLst>
          <pc:docMk/>
          <pc:sldMk cId="4137369917" sldId="259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4137369917" sldId="259"/>
            <ac:spMk id="6" creationId="{7E98F467-B028-102E-34EE-BFC52A45C212}"/>
          </ac:spMkLst>
        </pc:spChg>
        <pc:picChg chg="mod">
          <ac:chgData name="Ghorbani, Payman" userId="a45f9958-c696-4e23-ba70-fcf5e7b5c74e" providerId="ADAL" clId="{AEEE8E7C-BE45-46C9-98A5-772D3647EFD6}" dt="2026-01-25T14:34:08.201" v="10" actId="14100"/>
          <ac:picMkLst>
            <pc:docMk/>
            <pc:sldMk cId="4137369917" sldId="259"/>
            <ac:picMk id="9" creationId="{884E9B5D-9580-DDBB-9965-D4806BC739A1}"/>
          </ac:picMkLst>
        </pc:picChg>
      </pc:sldChg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2208824147" sldId="260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208824147" sldId="260"/>
            <ac:spMk id="4" creationId="{B7CFE70A-A50B-D8D7-015C-0DD69CFF7A7A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208824147" sldId="260"/>
            <ac:spMk id="5" creationId="{5F6D2171-ED43-BF8B-A5BC-CFF59310C7E4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208824147" sldId="260"/>
            <ac:spMk id="6" creationId="{D2219FD2-31C4-EDA9-EE44-971B833282C2}"/>
          </ac:spMkLst>
        </pc:spChg>
      </pc:sldChg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2866677798" sldId="261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866677798" sldId="261"/>
            <ac:spMk id="2" creationId="{84357A95-DF3E-F130-EB1F-3ADBAC6FFDFE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866677798" sldId="261"/>
            <ac:spMk id="4" creationId="{EFD2B57C-2019-EA8E-D30A-29678E0577E2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866677798" sldId="261"/>
            <ac:spMk id="5" creationId="{A07D6FDE-75EA-D3C9-A77B-F48DF9BFCBD8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866677798" sldId="261"/>
            <ac:spMk id="6" creationId="{00C32B88-92F6-D7BD-9CAB-E76A794E9ED2}"/>
          </ac:spMkLst>
        </pc:spChg>
      </pc:sldChg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3464530488" sldId="262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3464530488" sldId="262"/>
            <ac:spMk id="2" creationId="{5AB1CCD8-2661-A7DD-8FF0-93E073098A3C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3464530488" sldId="262"/>
            <ac:spMk id="4" creationId="{1FC872CB-40E7-EE76-F992-EEA71565879A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3464530488" sldId="262"/>
            <ac:spMk id="5" creationId="{A64D5F88-2C20-1988-07AE-943D7C10EF8C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3464530488" sldId="262"/>
            <ac:spMk id="6" creationId="{0CD72F7D-B4A6-E12D-BCC1-1C527FE5BD16}"/>
          </ac:spMkLst>
        </pc:spChg>
      </pc:sldChg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246906010" sldId="263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46906010" sldId="263"/>
            <ac:spMk id="2" creationId="{1B64AB24-9232-54C4-48D4-F6F8DB917DF1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46906010" sldId="263"/>
            <ac:spMk id="4" creationId="{3CE082C0-86A5-5D6A-43D9-9BE2E1C642BF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46906010" sldId="263"/>
            <ac:spMk id="5" creationId="{24249092-F664-C9D5-8ABB-97B0215D961E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46906010" sldId="263"/>
            <ac:spMk id="6" creationId="{1F27D1CE-F040-73D3-0867-B73621F638F4}"/>
          </ac:spMkLst>
        </pc:spChg>
      </pc:sldChg>
      <pc:sldChg chg="addSp modSp mod setBg addAnim setClrOvrMap">
        <pc:chgData name="Ghorbani, Payman" userId="a45f9958-c696-4e23-ba70-fcf5e7b5c74e" providerId="ADAL" clId="{AEEE8E7C-BE45-46C9-98A5-772D3647EFD6}" dt="2026-01-25T14:31:21.138" v="4"/>
        <pc:sldMkLst>
          <pc:docMk/>
          <pc:sldMk cId="340832231" sldId="265"/>
        </pc:sldMkLst>
        <pc:spChg chg="mod">
          <ac:chgData name="Ghorbani, Payman" userId="a45f9958-c696-4e23-ba70-fcf5e7b5c74e" providerId="ADAL" clId="{AEEE8E7C-BE45-46C9-98A5-772D3647EFD6}" dt="2026-01-25T14:31:21.134" v="3" actId="26606"/>
          <ac:spMkLst>
            <pc:docMk/>
            <pc:sldMk cId="340832231" sldId="265"/>
            <ac:spMk id="2" creationId="{E8F6C820-0483-65AC-F56A-3235C3788A71}"/>
          </ac:spMkLst>
        </pc:spChg>
        <pc:spChg chg="mod">
          <ac:chgData name="Ghorbani, Payman" userId="a45f9958-c696-4e23-ba70-fcf5e7b5c74e" providerId="ADAL" clId="{AEEE8E7C-BE45-46C9-98A5-772D3647EFD6}" dt="2026-01-25T14:31:21.134" v="3" actId="26606"/>
          <ac:spMkLst>
            <pc:docMk/>
            <pc:sldMk cId="340832231" sldId="265"/>
            <ac:spMk id="3" creationId="{EC3EECC1-A30A-72C4-9C17-6128473CEC44}"/>
          </ac:spMkLst>
        </pc:spChg>
        <pc:spChg chg="mod ord">
          <ac:chgData name="Ghorbani, Payman" userId="a45f9958-c696-4e23-ba70-fcf5e7b5c74e" providerId="ADAL" clId="{AEEE8E7C-BE45-46C9-98A5-772D3647EFD6}" dt="2026-01-25T14:31:21.134" v="3" actId="26606"/>
          <ac:spMkLst>
            <pc:docMk/>
            <pc:sldMk cId="340832231" sldId="265"/>
            <ac:spMk id="4" creationId="{AD65781B-00BC-C6FD-C4B8-9548809C7A07}"/>
          </ac:spMkLst>
        </pc:spChg>
        <pc:spChg chg="mod ord">
          <ac:chgData name="Ghorbani, Payman" userId="a45f9958-c696-4e23-ba70-fcf5e7b5c74e" providerId="ADAL" clId="{AEEE8E7C-BE45-46C9-98A5-772D3647EFD6}" dt="2026-01-25T14:31:21.134" v="3" actId="26606"/>
          <ac:spMkLst>
            <pc:docMk/>
            <pc:sldMk cId="340832231" sldId="265"/>
            <ac:spMk id="5" creationId="{8A3301F3-5D93-FD26-0888-095A36284999}"/>
          </ac:spMkLst>
        </pc:spChg>
        <pc:spChg chg="mod ord">
          <ac:chgData name="Ghorbani, Payman" userId="a45f9958-c696-4e23-ba70-fcf5e7b5c74e" providerId="ADAL" clId="{AEEE8E7C-BE45-46C9-98A5-772D3647EFD6}" dt="2026-01-25T14:31:21.134" v="3" actId="26606"/>
          <ac:spMkLst>
            <pc:docMk/>
            <pc:sldMk cId="340832231" sldId="265"/>
            <ac:spMk id="6" creationId="{6B185648-8DC8-9555-00C8-696D72782ABF}"/>
          </ac:spMkLst>
        </pc:spChg>
        <pc:spChg chg="add">
          <ac:chgData name="Ghorbani, Payman" userId="a45f9958-c696-4e23-ba70-fcf5e7b5c74e" providerId="ADAL" clId="{AEEE8E7C-BE45-46C9-98A5-772D3647EFD6}" dt="2026-01-25T14:31:21.134" v="3" actId="26606"/>
          <ac:spMkLst>
            <pc:docMk/>
            <pc:sldMk cId="340832231" sldId="265"/>
            <ac:spMk id="22" creationId="{989BE678-777B-482A-A616-FEDC47B162E5}"/>
          </ac:spMkLst>
        </pc:spChg>
        <pc:spChg chg="add">
          <ac:chgData name="Ghorbani, Payman" userId="a45f9958-c696-4e23-ba70-fcf5e7b5c74e" providerId="ADAL" clId="{AEEE8E7C-BE45-46C9-98A5-772D3647EFD6}" dt="2026-01-25T14:31:21.134" v="3" actId="26606"/>
          <ac:spMkLst>
            <pc:docMk/>
            <pc:sldMk cId="340832231" sldId="265"/>
            <ac:spMk id="28" creationId="{D28BE0C3-2102-4820-B88B-A448B1840D14}"/>
          </ac:spMkLst>
        </pc:spChg>
        <pc:spChg chg="add">
          <ac:chgData name="Ghorbani, Payman" userId="a45f9958-c696-4e23-ba70-fcf5e7b5c74e" providerId="ADAL" clId="{AEEE8E7C-BE45-46C9-98A5-772D3647EFD6}" dt="2026-01-25T14:31:21.134" v="3" actId="26606"/>
          <ac:spMkLst>
            <pc:docMk/>
            <pc:sldMk cId="340832231" sldId="265"/>
            <ac:spMk id="30" creationId="{BFEFF673-A9DE-416D-A04E-1D50904542A9}"/>
          </ac:spMkLst>
        </pc:spChg>
        <pc:picChg chg="add">
          <ac:chgData name="Ghorbani, Payman" userId="a45f9958-c696-4e23-ba70-fcf5e7b5c74e" providerId="ADAL" clId="{AEEE8E7C-BE45-46C9-98A5-772D3647EFD6}" dt="2026-01-25T14:31:21.134" v="3" actId="26606"/>
          <ac:picMkLst>
            <pc:docMk/>
            <pc:sldMk cId="340832231" sldId="265"/>
            <ac:picMk id="20" creationId="{950648F4-ABCD-4DF0-8641-76CFB2354721}"/>
          </ac:picMkLst>
        </pc:picChg>
        <pc:picChg chg="add">
          <ac:chgData name="Ghorbani, Payman" userId="a45f9958-c696-4e23-ba70-fcf5e7b5c74e" providerId="ADAL" clId="{AEEE8E7C-BE45-46C9-98A5-772D3647EFD6}" dt="2026-01-25T14:31:21.134" v="3" actId="26606"/>
          <ac:picMkLst>
            <pc:docMk/>
            <pc:sldMk cId="340832231" sldId="265"/>
            <ac:picMk id="26" creationId="{94AAE3AA-3759-4D28-B0EF-575F25A5146C}"/>
          </ac:picMkLst>
        </pc:picChg>
      </pc:sldChg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3949053493" sldId="266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3949053493" sldId="266"/>
            <ac:spMk id="2" creationId="{487E1315-DAA9-BBB6-18D2-E9E236606193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3949053493" sldId="266"/>
            <ac:spMk id="4" creationId="{CFE027EB-BED8-DE2B-CA64-B20DB561FDA9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3949053493" sldId="266"/>
            <ac:spMk id="5" creationId="{E8FC4639-8106-81FC-3802-EF2E60F85716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3949053493" sldId="266"/>
            <ac:spMk id="6" creationId="{64C5C69C-7D9F-4F86-FD06-D72BAEAA6AE7}"/>
          </ac:spMkLst>
        </pc:spChg>
      </pc:sldChg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824993621" sldId="267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824993621" sldId="267"/>
            <ac:spMk id="2" creationId="{8B5E3A17-0A8A-2594-A5DA-968752371E52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824993621" sldId="267"/>
            <ac:spMk id="4" creationId="{11DC696F-4631-4875-5A85-8691FDC4BAD8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824993621" sldId="267"/>
            <ac:spMk id="5" creationId="{5498E275-10D9-37F0-327E-C509D00D4FDB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824993621" sldId="267"/>
            <ac:spMk id="6" creationId="{E892FB30-0BCD-6473-BBB5-7B03523A2493}"/>
          </ac:spMkLst>
        </pc:spChg>
      </pc:sldChg>
      <pc:sldChg chg="modSp mod setBg setClrOvrMap">
        <pc:chgData name="Ghorbani, Payman" userId="a45f9958-c696-4e23-ba70-fcf5e7b5c74e" providerId="ADAL" clId="{AEEE8E7C-BE45-46C9-98A5-772D3647EFD6}" dt="2026-01-25T14:30:50.909" v="2" actId="26606"/>
        <pc:sldMkLst>
          <pc:docMk/>
          <pc:sldMk cId="2689561687" sldId="269"/>
        </pc:sldMkLst>
        <pc:spChg chg="mod">
          <ac:chgData name="Ghorbani, Payman" userId="a45f9958-c696-4e23-ba70-fcf5e7b5c74e" providerId="ADAL" clId="{AEEE8E7C-BE45-46C9-98A5-772D3647EFD6}" dt="2026-01-25T14:30:50.909" v="2" actId="26606"/>
          <ac:spMkLst>
            <pc:docMk/>
            <pc:sldMk cId="2689561687" sldId="269"/>
            <ac:spMk id="2" creationId="{4C1FF51A-5823-73A6-1AE2-9F73463CBD1D}"/>
          </ac:spMkLst>
        </pc:spChg>
        <pc:spChg chg="mod">
          <ac:chgData name="Ghorbani, Payman" userId="a45f9958-c696-4e23-ba70-fcf5e7b5c74e" providerId="ADAL" clId="{AEEE8E7C-BE45-46C9-98A5-772D3647EFD6}" dt="2026-01-25T14:30:50.909" v="2" actId="26606"/>
          <ac:spMkLst>
            <pc:docMk/>
            <pc:sldMk cId="2689561687" sldId="269"/>
            <ac:spMk id="4" creationId="{6554A9A9-C7D7-A44A-4D09-4E164E591AF0}"/>
          </ac:spMkLst>
        </pc:spChg>
        <pc:spChg chg="mod">
          <ac:chgData name="Ghorbani, Payman" userId="a45f9958-c696-4e23-ba70-fcf5e7b5c74e" providerId="ADAL" clId="{AEEE8E7C-BE45-46C9-98A5-772D3647EFD6}" dt="2026-01-25T14:30:50.909" v="2" actId="26606"/>
          <ac:spMkLst>
            <pc:docMk/>
            <pc:sldMk cId="2689561687" sldId="269"/>
            <ac:spMk id="5" creationId="{C3FAB61D-5C24-0B06-E067-27128CC99393}"/>
          </ac:spMkLst>
        </pc:spChg>
        <pc:spChg chg="mod ord">
          <ac:chgData name="Ghorbani, Payman" userId="a45f9958-c696-4e23-ba70-fcf5e7b5c74e" providerId="ADAL" clId="{AEEE8E7C-BE45-46C9-98A5-772D3647EFD6}" dt="2026-01-25T14:30:50.909" v="2" actId="26606"/>
          <ac:spMkLst>
            <pc:docMk/>
            <pc:sldMk cId="2689561687" sldId="269"/>
            <ac:spMk id="6" creationId="{7279DDF4-3EC3-389A-55B6-A1621D162EC6}"/>
          </ac:spMkLst>
        </pc:spChg>
        <pc:spChg chg="mod">
          <ac:chgData name="Ghorbani, Payman" userId="a45f9958-c696-4e23-ba70-fcf5e7b5c74e" providerId="ADAL" clId="{AEEE8E7C-BE45-46C9-98A5-772D3647EFD6}" dt="2026-01-25T14:30:50.909" v="2" actId="26606"/>
          <ac:spMkLst>
            <pc:docMk/>
            <pc:sldMk cId="2689561687" sldId="269"/>
            <ac:spMk id="27" creationId="{00000000-0000-0000-0000-000000000000}"/>
          </ac:spMkLst>
        </pc:spChg>
        <pc:spChg chg="mod">
          <ac:chgData name="Ghorbani, Payman" userId="a45f9958-c696-4e23-ba70-fcf5e7b5c74e" providerId="ADAL" clId="{AEEE8E7C-BE45-46C9-98A5-772D3647EFD6}" dt="2026-01-25T14:30:50.909" v="2" actId="26606"/>
          <ac:spMkLst>
            <pc:docMk/>
            <pc:sldMk cId="2689561687" sldId="269"/>
            <ac:spMk id="28" creationId="{00000000-0000-0000-0000-000000000000}"/>
          </ac:spMkLst>
        </pc:spChg>
        <pc:graphicFrameChg chg="mod ord modGraphic">
          <ac:chgData name="Ghorbani, Payman" userId="a45f9958-c696-4e23-ba70-fcf5e7b5c74e" providerId="ADAL" clId="{AEEE8E7C-BE45-46C9-98A5-772D3647EFD6}" dt="2026-01-25T14:30:50.909" v="2" actId="26606"/>
          <ac:graphicFrameMkLst>
            <pc:docMk/>
            <pc:sldMk cId="2689561687" sldId="269"/>
            <ac:graphicFrameMk id="9" creationId="{926E62F3-AD41-FF56-E3E9-4CD4AB336EB4}"/>
          </ac:graphicFrameMkLst>
        </pc:graphicFrameChg>
      </pc:sldChg>
      <pc:sldChg chg="addSp delSp modSp mod setBg setClrOvrMap delDesignElem">
        <pc:chgData name="Ghorbani, Payman" userId="a45f9958-c696-4e23-ba70-fcf5e7b5c74e" providerId="ADAL" clId="{AEEE8E7C-BE45-46C9-98A5-772D3647EFD6}" dt="2026-01-25T14:31:49.486" v="7" actId="26606"/>
        <pc:sldMkLst>
          <pc:docMk/>
          <pc:sldMk cId="3430781072" sldId="271"/>
        </pc:sldMkLst>
        <pc:spChg chg="mod">
          <ac:chgData name="Ghorbani, Payman" userId="a45f9958-c696-4e23-ba70-fcf5e7b5c74e" providerId="ADAL" clId="{AEEE8E7C-BE45-46C9-98A5-772D3647EFD6}" dt="2026-01-25T14:31:49.486" v="7" actId="26606"/>
          <ac:spMkLst>
            <pc:docMk/>
            <pc:sldMk cId="3430781072" sldId="271"/>
            <ac:spMk id="2" creationId="{CD77F886-BE94-7CB5-F21C-CEAB1BA6DB32}"/>
          </ac:spMkLst>
        </pc:spChg>
        <pc:spChg chg="mod ord">
          <ac:chgData name="Ghorbani, Payman" userId="a45f9958-c696-4e23-ba70-fcf5e7b5c74e" providerId="ADAL" clId="{AEEE8E7C-BE45-46C9-98A5-772D3647EFD6}" dt="2026-01-25T14:31:49.486" v="7" actId="26606"/>
          <ac:spMkLst>
            <pc:docMk/>
            <pc:sldMk cId="3430781072" sldId="271"/>
            <ac:spMk id="4" creationId="{57C7AE1B-323F-8C73-6FE7-66E7D54F5872}"/>
          </ac:spMkLst>
        </pc:spChg>
        <pc:spChg chg="mod">
          <ac:chgData name="Ghorbani, Payman" userId="a45f9958-c696-4e23-ba70-fcf5e7b5c74e" providerId="ADAL" clId="{AEEE8E7C-BE45-46C9-98A5-772D3647EFD6}" dt="2026-01-25T14:31:49.486" v="7" actId="26606"/>
          <ac:spMkLst>
            <pc:docMk/>
            <pc:sldMk cId="3430781072" sldId="271"/>
            <ac:spMk id="5" creationId="{D1FC6502-DE6A-CE72-45DD-1A50BDEE5A5C}"/>
          </ac:spMkLst>
        </pc:spChg>
        <pc:spChg chg="mod ord">
          <ac:chgData name="Ghorbani, Payman" userId="a45f9958-c696-4e23-ba70-fcf5e7b5c74e" providerId="ADAL" clId="{AEEE8E7C-BE45-46C9-98A5-772D3647EFD6}" dt="2026-01-25T14:31:49.486" v="7" actId="26606"/>
          <ac:spMkLst>
            <pc:docMk/>
            <pc:sldMk cId="3430781072" sldId="271"/>
            <ac:spMk id="6" creationId="{52B6A21A-F1CC-94CF-648B-B22BD20B5242}"/>
          </ac:spMkLst>
        </pc:spChg>
        <pc:spChg chg="add del">
          <ac:chgData name="Ghorbani, Payman" userId="a45f9958-c696-4e23-ba70-fcf5e7b5c74e" providerId="ADAL" clId="{AEEE8E7C-BE45-46C9-98A5-772D3647EFD6}" dt="2026-01-25T14:31:49.251" v="6" actId="26606"/>
          <ac:spMkLst>
            <pc:docMk/>
            <pc:sldMk cId="3430781072" sldId="271"/>
            <ac:spMk id="34" creationId="{B5541CD5-D7AC-4686-8783-CF5D1D4FC266}"/>
          </ac:spMkLst>
        </pc:spChg>
        <pc:spChg chg="add del">
          <ac:chgData name="Ghorbani, Payman" userId="a45f9958-c696-4e23-ba70-fcf5e7b5c74e" providerId="ADAL" clId="{AEEE8E7C-BE45-46C9-98A5-772D3647EFD6}" dt="2026-01-25T14:31:49.251" v="6" actId="26606"/>
          <ac:spMkLst>
            <pc:docMk/>
            <pc:sldMk cId="3430781072" sldId="271"/>
            <ac:spMk id="35" creationId="{0420923D-0C6E-4656-9A01-EE9FB6345EB3}"/>
          </ac:spMkLst>
        </pc:spChg>
        <pc:spChg chg="add del">
          <ac:chgData name="Ghorbani, Payman" userId="a45f9958-c696-4e23-ba70-fcf5e7b5c74e" providerId="ADAL" clId="{AEEE8E7C-BE45-46C9-98A5-772D3647EFD6}" dt="2026-01-25T14:31:49.251" v="6" actId="26606"/>
          <ac:spMkLst>
            <pc:docMk/>
            <pc:sldMk cId="3430781072" sldId="271"/>
            <ac:spMk id="36" creationId="{904D0A95-DEAA-4B8D-A340-BEC3A5DBCDDB}"/>
          </ac:spMkLst>
        </pc:spChg>
        <pc:spChg chg="del">
          <ac:chgData name="Ghorbani, Payman" userId="a45f9958-c696-4e23-ba70-fcf5e7b5c74e" providerId="ADAL" clId="{AEEE8E7C-BE45-46C9-98A5-772D3647EFD6}" dt="2026-01-25T14:30:30.547" v="1"/>
          <ac:spMkLst>
            <pc:docMk/>
            <pc:sldMk cId="3430781072" sldId="271"/>
            <ac:spMk id="37" creationId="{F747F1B4-B831-4277-8AB0-32767F7EB7BF}"/>
          </ac:spMkLst>
        </pc:spChg>
        <pc:spChg chg="del">
          <ac:chgData name="Ghorbani, Payman" userId="a45f9958-c696-4e23-ba70-fcf5e7b5c74e" providerId="ADAL" clId="{AEEE8E7C-BE45-46C9-98A5-772D3647EFD6}" dt="2026-01-25T14:30:30.547" v="1"/>
          <ac:spMkLst>
            <pc:docMk/>
            <pc:sldMk cId="3430781072" sldId="271"/>
            <ac:spMk id="39" creationId="{D80CFA21-AB7C-4BEB-9BFF-05764FBBF3C6}"/>
          </ac:spMkLst>
        </pc:spChg>
        <pc:spChg chg="del">
          <ac:chgData name="Ghorbani, Payman" userId="a45f9958-c696-4e23-ba70-fcf5e7b5c74e" providerId="ADAL" clId="{AEEE8E7C-BE45-46C9-98A5-772D3647EFD6}" dt="2026-01-25T14:30:30.547" v="1"/>
          <ac:spMkLst>
            <pc:docMk/>
            <pc:sldMk cId="3430781072" sldId="271"/>
            <ac:spMk id="41" creationId="{12F7E335-851A-4CAE-B09F-E657819D4600}"/>
          </ac:spMkLst>
        </pc:spChg>
        <pc:spChg chg="del">
          <ac:chgData name="Ghorbani, Payman" userId="a45f9958-c696-4e23-ba70-fcf5e7b5c74e" providerId="ADAL" clId="{AEEE8E7C-BE45-46C9-98A5-772D3647EFD6}" dt="2026-01-25T14:30:30.547" v="1"/>
          <ac:spMkLst>
            <pc:docMk/>
            <pc:sldMk cId="3430781072" sldId="271"/>
            <ac:spMk id="43" creationId="{10B541F0-7F6E-402E-84D8-CF96EACA5FBC}"/>
          </ac:spMkLst>
        </pc:spChg>
        <pc:graphicFrameChg chg="mod ord modGraphic">
          <ac:chgData name="Ghorbani, Payman" userId="a45f9958-c696-4e23-ba70-fcf5e7b5c74e" providerId="ADAL" clId="{AEEE8E7C-BE45-46C9-98A5-772D3647EFD6}" dt="2026-01-25T14:31:49.486" v="7" actId="26606"/>
          <ac:graphicFrameMkLst>
            <pc:docMk/>
            <pc:sldMk cId="3430781072" sldId="271"/>
            <ac:graphicFrameMk id="8" creationId="{E31A8BB0-1367-E12E-2F6F-1F688762C002}"/>
          </ac:graphicFrameMkLst>
        </pc:graphicFrameChg>
      </pc:sldChg>
      <pc:sldChg chg="modSp mod">
        <pc:chgData name="Ghorbani, Payman" userId="a45f9958-c696-4e23-ba70-fcf5e7b5c74e" providerId="ADAL" clId="{AEEE8E7C-BE45-46C9-98A5-772D3647EFD6}" dt="2026-01-25T14:47:54.222" v="26" actId="14100"/>
        <pc:sldMkLst>
          <pc:docMk/>
          <pc:sldMk cId="3708251514" sldId="272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3708251514" sldId="272"/>
            <ac:spMk id="6" creationId="{CEABB46F-C308-F616-D3DB-595EFB7B25E8}"/>
          </ac:spMkLst>
        </pc:spChg>
        <pc:picChg chg="mod">
          <ac:chgData name="Ghorbani, Payman" userId="a45f9958-c696-4e23-ba70-fcf5e7b5c74e" providerId="ADAL" clId="{AEEE8E7C-BE45-46C9-98A5-772D3647EFD6}" dt="2026-01-25T14:47:37.027" v="20" actId="14100"/>
          <ac:picMkLst>
            <pc:docMk/>
            <pc:sldMk cId="3708251514" sldId="272"/>
            <ac:picMk id="8" creationId="{63EB6103-7E2C-F16F-4A54-4E92CD3F7923}"/>
          </ac:picMkLst>
        </pc:picChg>
        <pc:picChg chg="mod">
          <ac:chgData name="Ghorbani, Payman" userId="a45f9958-c696-4e23-ba70-fcf5e7b5c74e" providerId="ADAL" clId="{AEEE8E7C-BE45-46C9-98A5-772D3647EFD6}" dt="2026-01-25T14:47:15.832" v="14" actId="14100"/>
          <ac:picMkLst>
            <pc:docMk/>
            <pc:sldMk cId="3708251514" sldId="272"/>
            <ac:picMk id="10" creationId="{DB84696A-C9B0-6E53-4700-30E8E96CAB13}"/>
          </ac:picMkLst>
        </pc:picChg>
        <pc:picChg chg="mod">
          <ac:chgData name="Ghorbani, Payman" userId="a45f9958-c696-4e23-ba70-fcf5e7b5c74e" providerId="ADAL" clId="{AEEE8E7C-BE45-46C9-98A5-772D3647EFD6}" dt="2026-01-25T14:47:46.106" v="24" actId="14100"/>
          <ac:picMkLst>
            <pc:docMk/>
            <pc:sldMk cId="3708251514" sldId="272"/>
            <ac:picMk id="12" creationId="{87304B0E-1A76-4361-C1ED-8A61DC48E42D}"/>
          </ac:picMkLst>
        </pc:picChg>
        <pc:picChg chg="mod">
          <ac:chgData name="Ghorbani, Payman" userId="a45f9958-c696-4e23-ba70-fcf5e7b5c74e" providerId="ADAL" clId="{AEEE8E7C-BE45-46C9-98A5-772D3647EFD6}" dt="2026-01-25T14:47:54.222" v="26" actId="14100"/>
          <ac:picMkLst>
            <pc:docMk/>
            <pc:sldMk cId="3708251514" sldId="272"/>
            <ac:picMk id="14" creationId="{7F4A7225-F053-23EF-B018-D9FAAE175AC8}"/>
          </ac:picMkLst>
        </pc:picChg>
      </pc:sldChg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1583836440" sldId="273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1583836440" sldId="273"/>
            <ac:spMk id="6" creationId="{3A00CB7D-E9CA-5B0B-798B-556EE70E3E45}"/>
          </ac:spMkLst>
        </pc:spChg>
      </pc:sldChg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537455984" sldId="274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537455984" sldId="274"/>
            <ac:spMk id="6" creationId="{E52748CE-6D92-6109-B254-3BD5A2D1D2AC}"/>
          </ac:spMkLst>
        </pc:spChg>
      </pc:sldChg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1168062292" sldId="275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1168062292" sldId="275"/>
            <ac:spMk id="6" creationId="{AE4299EE-BC5E-8B23-4DC5-9FC503CF54C4}"/>
          </ac:spMkLst>
        </pc:spChg>
      </pc:sldChg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377637449" sldId="276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377637449" sldId="276"/>
            <ac:spMk id="4" creationId="{0C2C09A8-EE12-5DCD-3459-9E1F14BF90F8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377637449" sldId="276"/>
            <ac:spMk id="5" creationId="{D7E140BB-C129-E770-7369-14429061E310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377637449" sldId="276"/>
            <ac:spMk id="6" creationId="{750F4281-A0D9-A5AC-77E5-F6C288411EC8}"/>
          </ac:spMkLst>
        </pc:spChg>
      </pc:sldChg>
      <pc:sldChg chg="modSp mod">
        <pc:chgData name="Ghorbani, Payman" userId="a45f9958-c696-4e23-ba70-fcf5e7b5c74e" providerId="ADAL" clId="{AEEE8E7C-BE45-46C9-98A5-772D3647EFD6}" dt="2026-01-25T14:56:25.055" v="73" actId="1076"/>
        <pc:sldMkLst>
          <pc:docMk/>
          <pc:sldMk cId="2460079158" sldId="277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460079158" sldId="277"/>
            <ac:spMk id="6" creationId="{BF935C1D-9EC6-AB42-A14D-F17BEDB488A0}"/>
          </ac:spMkLst>
        </pc:spChg>
        <pc:picChg chg="mod">
          <ac:chgData name="Ghorbani, Payman" userId="a45f9958-c696-4e23-ba70-fcf5e7b5c74e" providerId="ADAL" clId="{AEEE8E7C-BE45-46C9-98A5-772D3647EFD6}" dt="2026-01-25T14:56:01.395" v="66" actId="1076"/>
          <ac:picMkLst>
            <pc:docMk/>
            <pc:sldMk cId="2460079158" sldId="277"/>
            <ac:picMk id="8" creationId="{C9BD3297-4815-6A7C-211B-FB1E2E0E4C5F}"/>
          </ac:picMkLst>
        </pc:picChg>
        <pc:picChg chg="mod">
          <ac:chgData name="Ghorbani, Payman" userId="a45f9958-c696-4e23-ba70-fcf5e7b5c74e" providerId="ADAL" clId="{AEEE8E7C-BE45-46C9-98A5-772D3647EFD6}" dt="2026-01-25T14:56:11.853" v="69" actId="14100"/>
          <ac:picMkLst>
            <pc:docMk/>
            <pc:sldMk cId="2460079158" sldId="277"/>
            <ac:picMk id="10" creationId="{D98DCBF4-6735-4800-53F5-3639672435C2}"/>
          </ac:picMkLst>
        </pc:picChg>
        <pc:picChg chg="mod">
          <ac:chgData name="Ghorbani, Payman" userId="a45f9958-c696-4e23-ba70-fcf5e7b5c74e" providerId="ADAL" clId="{AEEE8E7C-BE45-46C9-98A5-772D3647EFD6}" dt="2026-01-25T14:56:17.998" v="71" actId="14100"/>
          <ac:picMkLst>
            <pc:docMk/>
            <pc:sldMk cId="2460079158" sldId="277"/>
            <ac:picMk id="12" creationId="{F29E44CF-7D4B-5720-AC49-9A202BAD6ECF}"/>
          </ac:picMkLst>
        </pc:picChg>
        <pc:picChg chg="mod">
          <ac:chgData name="Ghorbani, Payman" userId="a45f9958-c696-4e23-ba70-fcf5e7b5c74e" providerId="ADAL" clId="{AEEE8E7C-BE45-46C9-98A5-772D3647EFD6}" dt="2026-01-25T14:56:25.055" v="73" actId="1076"/>
          <ac:picMkLst>
            <pc:docMk/>
            <pc:sldMk cId="2460079158" sldId="277"/>
            <ac:picMk id="14" creationId="{B3FEDB7D-2244-BB2C-6A8A-349EB26A61B7}"/>
          </ac:picMkLst>
        </pc:picChg>
      </pc:sldChg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2613655520" sldId="278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613655520" sldId="278"/>
            <ac:spMk id="2" creationId="{FA80F2F4-DA41-F2B7-5129-13ADAAD0640A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613655520" sldId="278"/>
            <ac:spMk id="4" creationId="{4C12AE83-DE2E-6293-29AC-8A72EA15DF9D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613655520" sldId="278"/>
            <ac:spMk id="5" creationId="{EB489C6C-0185-93DD-75A3-F700F6BE754B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2613655520" sldId="278"/>
            <ac:spMk id="6" creationId="{DF919E62-F8B7-CAD8-E7C3-45E1B47D7DD0}"/>
          </ac:spMkLst>
        </pc:spChg>
      </pc:sldChg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1701928330" sldId="279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1701928330" sldId="279"/>
            <ac:spMk id="2" creationId="{7690A891-9C41-C296-D216-EFC32F6E176F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1701928330" sldId="279"/>
            <ac:spMk id="4" creationId="{8ED2A55C-BFEF-341A-9B25-441F366C6759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1701928330" sldId="279"/>
            <ac:spMk id="5" creationId="{6940E076-7709-2404-7C59-749B5851E38F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1701928330" sldId="279"/>
            <ac:spMk id="6" creationId="{D0F2D839-DB98-E6FC-5574-87C13AC8B129}"/>
          </ac:spMkLst>
        </pc:spChg>
      </pc:sldChg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3143092720" sldId="280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3143092720" sldId="280"/>
            <ac:spMk id="2" creationId="{7413BC51-C52D-F34C-74E7-A3C20C7AD2B1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3143092720" sldId="280"/>
            <ac:spMk id="4" creationId="{EDB465EC-E9A7-154B-9492-B0B2C8364497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3143092720" sldId="280"/>
            <ac:spMk id="5" creationId="{E6707624-268D-86F1-AE4B-962D708CC946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3143092720" sldId="280"/>
            <ac:spMk id="6" creationId="{C2545FE5-9A87-62DA-4C9A-43447A3A2FDF}"/>
          </ac:spMkLst>
        </pc:spChg>
      </pc:sldChg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1893811580" sldId="281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1893811580" sldId="281"/>
            <ac:spMk id="2" creationId="{697462D4-E6A2-66DA-4849-4AA30CA0076E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1893811580" sldId="281"/>
            <ac:spMk id="4" creationId="{342EAFD7-45CE-02F1-7E29-B40098A56FA1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1893811580" sldId="281"/>
            <ac:spMk id="5" creationId="{61213EF4-100C-AEE6-72D4-1E688095DC06}"/>
          </ac:spMkLst>
        </pc:spChg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1893811580" sldId="281"/>
            <ac:spMk id="6" creationId="{9D0696F8-18EF-3B1D-4D03-F918F95CF8EB}"/>
          </ac:spMkLst>
        </pc:spChg>
      </pc:sldChg>
      <pc:sldChg chg="modSp">
        <pc:chgData name="Ghorbani, Payman" userId="a45f9958-c696-4e23-ba70-fcf5e7b5c74e" providerId="ADAL" clId="{AEEE8E7C-BE45-46C9-98A5-772D3647EFD6}" dt="2026-01-25T14:30:30.547" v="1"/>
        <pc:sldMkLst>
          <pc:docMk/>
          <pc:sldMk cId="729422002" sldId="282"/>
        </pc:sldMkLst>
        <pc:spChg chg="mod">
          <ac:chgData name="Ghorbani, Payman" userId="a45f9958-c696-4e23-ba70-fcf5e7b5c74e" providerId="ADAL" clId="{AEEE8E7C-BE45-46C9-98A5-772D3647EFD6}" dt="2026-01-25T14:30:30.547" v="1"/>
          <ac:spMkLst>
            <pc:docMk/>
            <pc:sldMk cId="729422002" sldId="282"/>
            <ac:spMk id="6" creationId="{1BA1EFFF-FB40-AE83-916E-B774A36BCCCA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hyperlink" Target="https://github.com/pg25304/ecommerce-capstone-project/tree/master" TargetMode="Externa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Relationship Id="rId14" Type="http://schemas.openxmlformats.org/officeDocument/2006/relationships/image" Target="../media/image3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g25304/ecommerce-capstone-project/tree/master" TargetMode="External"/><Relationship Id="rId7" Type="http://schemas.openxmlformats.org/officeDocument/2006/relationships/image" Target="../media/image12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Relationship Id="rId1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BE6CF4-FD71-4406-B620-CD68F9D34C9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E11AC098-5DCA-4D7D-9527-61CB3413B2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GitHub link: </a:t>
          </a:r>
          <a:r>
            <a:rPr lang="en-US">
              <a:hlinkClick xmlns:r="http://schemas.openxmlformats.org/officeDocument/2006/relationships" r:id="rId1"/>
            </a:rPr>
            <a:t>https://github.com/pg25304/ecommerce-capstone-project/tree/master</a:t>
          </a:r>
          <a:r>
            <a:rPr lang="en-US"/>
            <a:t> </a:t>
          </a:r>
        </a:p>
      </dgm:t>
    </dgm:pt>
    <dgm:pt modelId="{3B1320DB-254E-4BAD-8E9A-3BEA6D8DE0B5}" type="parTrans" cxnId="{90034A4F-297D-4A1D-80F6-B69A35973D0D}">
      <dgm:prSet/>
      <dgm:spPr/>
      <dgm:t>
        <a:bodyPr/>
        <a:lstStyle/>
        <a:p>
          <a:endParaRPr lang="en-US"/>
        </a:p>
      </dgm:t>
    </dgm:pt>
    <dgm:pt modelId="{393B0B3E-29C4-4F17-B788-8755170E33DB}" type="sibTrans" cxnId="{90034A4F-297D-4A1D-80F6-B69A35973D0D}">
      <dgm:prSet/>
      <dgm:spPr/>
      <dgm:t>
        <a:bodyPr/>
        <a:lstStyle/>
        <a:p>
          <a:endParaRPr lang="en-US"/>
        </a:p>
      </dgm:t>
    </dgm:pt>
    <dgm:pt modelId="{75DAFF32-F56B-4EF4-B5AA-65A6489918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Scope:</a:t>
          </a:r>
          <a:br>
            <a:rPr lang="en-US"/>
          </a:br>
          <a:r>
            <a:rPr lang="en-US"/>
            <a:t>Development of a scalable and secure e-commerce application.</a:t>
          </a:r>
        </a:p>
      </dgm:t>
    </dgm:pt>
    <dgm:pt modelId="{D10226D3-106F-4555-8655-759085F16B5E}" type="parTrans" cxnId="{9EF07B00-E7EF-4152-A50F-DF2904B4578C}">
      <dgm:prSet/>
      <dgm:spPr/>
      <dgm:t>
        <a:bodyPr/>
        <a:lstStyle/>
        <a:p>
          <a:endParaRPr lang="en-US"/>
        </a:p>
      </dgm:t>
    </dgm:pt>
    <dgm:pt modelId="{ED41813E-D8D8-4E82-A865-FF72C72F9678}" type="sibTrans" cxnId="{9EF07B00-E7EF-4152-A50F-DF2904B4578C}">
      <dgm:prSet/>
      <dgm:spPr/>
      <dgm:t>
        <a:bodyPr/>
        <a:lstStyle/>
        <a:p>
          <a:endParaRPr lang="en-US"/>
        </a:p>
      </dgm:t>
    </dgm:pt>
    <dgm:pt modelId="{C6B4DA32-B0CE-458C-9BB3-D1EE057BAE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Purpose:</a:t>
          </a:r>
          <a:br>
            <a:rPr lang="en-US"/>
          </a:br>
          <a:r>
            <a:rPr lang="en-US"/>
            <a:t>Address challenges in user management, order processing, and inventory management through modular design and secure coding principles.</a:t>
          </a:r>
        </a:p>
      </dgm:t>
    </dgm:pt>
    <dgm:pt modelId="{5D4F6CE8-B9C9-47F3-8B87-153392B241E1}" type="parTrans" cxnId="{A2009701-565C-496D-821E-F95CBE2D7137}">
      <dgm:prSet/>
      <dgm:spPr/>
      <dgm:t>
        <a:bodyPr/>
        <a:lstStyle/>
        <a:p>
          <a:endParaRPr lang="en-US"/>
        </a:p>
      </dgm:t>
    </dgm:pt>
    <dgm:pt modelId="{DCA89919-8E0A-4480-A3E6-2611E715E6A1}" type="sibTrans" cxnId="{A2009701-565C-496D-821E-F95CBE2D7137}">
      <dgm:prSet/>
      <dgm:spPr/>
      <dgm:t>
        <a:bodyPr/>
        <a:lstStyle/>
        <a:p>
          <a:endParaRPr lang="en-US"/>
        </a:p>
      </dgm:t>
    </dgm:pt>
    <dgm:pt modelId="{1F0A1E1C-E937-4627-80FF-524826A7E1E3}" type="pres">
      <dgm:prSet presAssocID="{14BE6CF4-FD71-4406-B620-CD68F9D34C9E}" presName="root" presStyleCnt="0">
        <dgm:presLayoutVars>
          <dgm:dir/>
          <dgm:resizeHandles val="exact"/>
        </dgm:presLayoutVars>
      </dgm:prSet>
      <dgm:spPr/>
    </dgm:pt>
    <dgm:pt modelId="{AE1F7D45-0417-4781-90DD-B072640088A9}" type="pres">
      <dgm:prSet presAssocID="{E11AC098-5DCA-4D7D-9527-61CB3413B2A5}" presName="compNode" presStyleCnt="0"/>
      <dgm:spPr/>
    </dgm:pt>
    <dgm:pt modelId="{D8584BE8-9B22-4298-9858-0FB39309A6EF}" type="pres">
      <dgm:prSet presAssocID="{E11AC098-5DCA-4D7D-9527-61CB3413B2A5}" presName="bgRect" presStyleLbl="bgShp" presStyleIdx="0" presStyleCnt="3"/>
      <dgm:spPr/>
    </dgm:pt>
    <dgm:pt modelId="{7F030D3D-F8EB-4959-9099-80E87A2665D8}" type="pres">
      <dgm:prSet presAssocID="{E11AC098-5DCA-4D7D-9527-61CB3413B2A5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D1A49480-4847-4CA4-BB75-3AFBB02E4F3E}" type="pres">
      <dgm:prSet presAssocID="{E11AC098-5DCA-4D7D-9527-61CB3413B2A5}" presName="spaceRect" presStyleCnt="0"/>
      <dgm:spPr/>
    </dgm:pt>
    <dgm:pt modelId="{D1A1182C-9C3B-41CF-BCEB-25E2A94EC5F8}" type="pres">
      <dgm:prSet presAssocID="{E11AC098-5DCA-4D7D-9527-61CB3413B2A5}" presName="parTx" presStyleLbl="revTx" presStyleIdx="0" presStyleCnt="3">
        <dgm:presLayoutVars>
          <dgm:chMax val="0"/>
          <dgm:chPref val="0"/>
        </dgm:presLayoutVars>
      </dgm:prSet>
      <dgm:spPr/>
    </dgm:pt>
    <dgm:pt modelId="{B408712E-3ACC-4EB2-AFB4-803C62F50403}" type="pres">
      <dgm:prSet presAssocID="{393B0B3E-29C4-4F17-B788-8755170E33DB}" presName="sibTrans" presStyleCnt="0"/>
      <dgm:spPr/>
    </dgm:pt>
    <dgm:pt modelId="{04851430-7A28-4BE4-8594-6775E90920EB}" type="pres">
      <dgm:prSet presAssocID="{75DAFF32-F56B-4EF4-B5AA-65A648991862}" presName="compNode" presStyleCnt="0"/>
      <dgm:spPr/>
    </dgm:pt>
    <dgm:pt modelId="{7A323C92-26D6-4B28-B115-BC42EE1796F6}" type="pres">
      <dgm:prSet presAssocID="{75DAFF32-F56B-4EF4-B5AA-65A648991862}" presName="bgRect" presStyleLbl="bgShp" presStyleIdx="1" presStyleCnt="3"/>
      <dgm:spPr/>
    </dgm:pt>
    <dgm:pt modelId="{312130CF-077C-40C8-90EC-1C8D2F5B5933}" type="pres">
      <dgm:prSet presAssocID="{75DAFF32-F56B-4EF4-B5AA-65A648991862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43674A66-2D72-4A25-9963-78B846824CDD}" type="pres">
      <dgm:prSet presAssocID="{75DAFF32-F56B-4EF4-B5AA-65A648991862}" presName="spaceRect" presStyleCnt="0"/>
      <dgm:spPr/>
    </dgm:pt>
    <dgm:pt modelId="{AE81FE03-6828-4EF7-BC29-E11B99CD06E9}" type="pres">
      <dgm:prSet presAssocID="{75DAFF32-F56B-4EF4-B5AA-65A648991862}" presName="parTx" presStyleLbl="revTx" presStyleIdx="1" presStyleCnt="3">
        <dgm:presLayoutVars>
          <dgm:chMax val="0"/>
          <dgm:chPref val="0"/>
        </dgm:presLayoutVars>
      </dgm:prSet>
      <dgm:spPr/>
    </dgm:pt>
    <dgm:pt modelId="{1C1E4E81-90B8-4521-9FAA-99786936A904}" type="pres">
      <dgm:prSet presAssocID="{ED41813E-D8D8-4E82-A865-FF72C72F9678}" presName="sibTrans" presStyleCnt="0"/>
      <dgm:spPr/>
    </dgm:pt>
    <dgm:pt modelId="{AAF42F78-32DC-43F9-A637-E6C84E210B8A}" type="pres">
      <dgm:prSet presAssocID="{C6B4DA32-B0CE-458C-9BB3-D1EE057BAE6F}" presName="compNode" presStyleCnt="0"/>
      <dgm:spPr/>
    </dgm:pt>
    <dgm:pt modelId="{8478E0C5-2112-430E-8D9C-447FAAA984DF}" type="pres">
      <dgm:prSet presAssocID="{C6B4DA32-B0CE-458C-9BB3-D1EE057BAE6F}" presName="bgRect" presStyleLbl="bgShp" presStyleIdx="2" presStyleCnt="3"/>
      <dgm:spPr/>
    </dgm:pt>
    <dgm:pt modelId="{CAF15A27-405D-4199-919F-39B10949FB89}" type="pres">
      <dgm:prSet presAssocID="{C6B4DA32-B0CE-458C-9BB3-D1EE057BAE6F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271A9CD-E63A-415B-B69D-37644A59A13B}" type="pres">
      <dgm:prSet presAssocID="{C6B4DA32-B0CE-458C-9BB3-D1EE057BAE6F}" presName="spaceRect" presStyleCnt="0"/>
      <dgm:spPr/>
    </dgm:pt>
    <dgm:pt modelId="{B9C6DA0D-6C65-4514-A1D9-CB5E11725AF9}" type="pres">
      <dgm:prSet presAssocID="{C6B4DA32-B0CE-458C-9BB3-D1EE057BAE6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EF07B00-E7EF-4152-A50F-DF2904B4578C}" srcId="{14BE6CF4-FD71-4406-B620-CD68F9D34C9E}" destId="{75DAFF32-F56B-4EF4-B5AA-65A648991862}" srcOrd="1" destOrd="0" parTransId="{D10226D3-106F-4555-8655-759085F16B5E}" sibTransId="{ED41813E-D8D8-4E82-A865-FF72C72F9678}"/>
    <dgm:cxn modelId="{A2009701-565C-496D-821E-F95CBE2D7137}" srcId="{14BE6CF4-FD71-4406-B620-CD68F9D34C9E}" destId="{C6B4DA32-B0CE-458C-9BB3-D1EE057BAE6F}" srcOrd="2" destOrd="0" parTransId="{5D4F6CE8-B9C9-47F3-8B87-153392B241E1}" sibTransId="{DCA89919-8E0A-4480-A3E6-2611E715E6A1}"/>
    <dgm:cxn modelId="{79CC3913-3691-412E-9C4D-CC33EF29A771}" type="presOf" srcId="{C6B4DA32-B0CE-458C-9BB3-D1EE057BAE6F}" destId="{B9C6DA0D-6C65-4514-A1D9-CB5E11725AF9}" srcOrd="0" destOrd="0" presId="urn:microsoft.com/office/officeart/2018/2/layout/IconVerticalSolidList"/>
    <dgm:cxn modelId="{83089C2A-8B08-4022-BC03-0A738B8349D9}" type="presOf" srcId="{75DAFF32-F56B-4EF4-B5AA-65A648991862}" destId="{AE81FE03-6828-4EF7-BC29-E11B99CD06E9}" srcOrd="0" destOrd="0" presId="urn:microsoft.com/office/officeart/2018/2/layout/IconVerticalSolidList"/>
    <dgm:cxn modelId="{10E92042-504B-44D1-B10C-D847D39301D4}" type="presOf" srcId="{14BE6CF4-FD71-4406-B620-CD68F9D34C9E}" destId="{1F0A1E1C-E937-4627-80FF-524826A7E1E3}" srcOrd="0" destOrd="0" presId="urn:microsoft.com/office/officeart/2018/2/layout/IconVerticalSolidList"/>
    <dgm:cxn modelId="{90034A4F-297D-4A1D-80F6-B69A35973D0D}" srcId="{14BE6CF4-FD71-4406-B620-CD68F9D34C9E}" destId="{E11AC098-5DCA-4D7D-9527-61CB3413B2A5}" srcOrd="0" destOrd="0" parTransId="{3B1320DB-254E-4BAD-8E9A-3BEA6D8DE0B5}" sibTransId="{393B0B3E-29C4-4F17-B788-8755170E33DB}"/>
    <dgm:cxn modelId="{6E5B848D-99FB-45D2-972C-98D008664343}" type="presOf" srcId="{E11AC098-5DCA-4D7D-9527-61CB3413B2A5}" destId="{D1A1182C-9C3B-41CF-BCEB-25E2A94EC5F8}" srcOrd="0" destOrd="0" presId="urn:microsoft.com/office/officeart/2018/2/layout/IconVerticalSolidList"/>
    <dgm:cxn modelId="{8145BCD8-4CD9-4E2F-96F2-D180963521C7}" type="presParOf" srcId="{1F0A1E1C-E937-4627-80FF-524826A7E1E3}" destId="{AE1F7D45-0417-4781-90DD-B072640088A9}" srcOrd="0" destOrd="0" presId="urn:microsoft.com/office/officeart/2018/2/layout/IconVerticalSolidList"/>
    <dgm:cxn modelId="{F1EF6C76-2301-4D92-B42A-D43890D9A206}" type="presParOf" srcId="{AE1F7D45-0417-4781-90DD-B072640088A9}" destId="{D8584BE8-9B22-4298-9858-0FB39309A6EF}" srcOrd="0" destOrd="0" presId="urn:microsoft.com/office/officeart/2018/2/layout/IconVerticalSolidList"/>
    <dgm:cxn modelId="{F76E4CB5-A9B3-4582-8EA8-5FE168A3EF65}" type="presParOf" srcId="{AE1F7D45-0417-4781-90DD-B072640088A9}" destId="{7F030D3D-F8EB-4959-9099-80E87A2665D8}" srcOrd="1" destOrd="0" presId="urn:microsoft.com/office/officeart/2018/2/layout/IconVerticalSolidList"/>
    <dgm:cxn modelId="{9504E042-E6A4-46AD-8817-79292649A309}" type="presParOf" srcId="{AE1F7D45-0417-4781-90DD-B072640088A9}" destId="{D1A49480-4847-4CA4-BB75-3AFBB02E4F3E}" srcOrd="2" destOrd="0" presId="urn:microsoft.com/office/officeart/2018/2/layout/IconVerticalSolidList"/>
    <dgm:cxn modelId="{F39AF8E0-0550-480D-999B-295FFDC9D4AA}" type="presParOf" srcId="{AE1F7D45-0417-4781-90DD-B072640088A9}" destId="{D1A1182C-9C3B-41CF-BCEB-25E2A94EC5F8}" srcOrd="3" destOrd="0" presId="urn:microsoft.com/office/officeart/2018/2/layout/IconVerticalSolidList"/>
    <dgm:cxn modelId="{F24009E1-6277-43D5-A66E-F023D0B2BD92}" type="presParOf" srcId="{1F0A1E1C-E937-4627-80FF-524826A7E1E3}" destId="{B408712E-3ACC-4EB2-AFB4-803C62F50403}" srcOrd="1" destOrd="0" presId="urn:microsoft.com/office/officeart/2018/2/layout/IconVerticalSolidList"/>
    <dgm:cxn modelId="{9B280815-51A8-454D-A9AA-7E02DF679D5E}" type="presParOf" srcId="{1F0A1E1C-E937-4627-80FF-524826A7E1E3}" destId="{04851430-7A28-4BE4-8594-6775E90920EB}" srcOrd="2" destOrd="0" presId="urn:microsoft.com/office/officeart/2018/2/layout/IconVerticalSolidList"/>
    <dgm:cxn modelId="{FACA9EDD-1BFB-46AD-9665-8344F904FDF4}" type="presParOf" srcId="{04851430-7A28-4BE4-8594-6775E90920EB}" destId="{7A323C92-26D6-4B28-B115-BC42EE1796F6}" srcOrd="0" destOrd="0" presId="urn:microsoft.com/office/officeart/2018/2/layout/IconVerticalSolidList"/>
    <dgm:cxn modelId="{A085F2E3-9A56-405E-8E91-8E149ADEC6AE}" type="presParOf" srcId="{04851430-7A28-4BE4-8594-6775E90920EB}" destId="{312130CF-077C-40C8-90EC-1C8D2F5B5933}" srcOrd="1" destOrd="0" presId="urn:microsoft.com/office/officeart/2018/2/layout/IconVerticalSolidList"/>
    <dgm:cxn modelId="{A4C84199-1262-4CE0-8745-3B4EAF3E06CA}" type="presParOf" srcId="{04851430-7A28-4BE4-8594-6775E90920EB}" destId="{43674A66-2D72-4A25-9963-78B846824CDD}" srcOrd="2" destOrd="0" presId="urn:microsoft.com/office/officeart/2018/2/layout/IconVerticalSolidList"/>
    <dgm:cxn modelId="{04AC8931-478F-4446-A8D2-5E736F1A4AA0}" type="presParOf" srcId="{04851430-7A28-4BE4-8594-6775E90920EB}" destId="{AE81FE03-6828-4EF7-BC29-E11B99CD06E9}" srcOrd="3" destOrd="0" presId="urn:microsoft.com/office/officeart/2018/2/layout/IconVerticalSolidList"/>
    <dgm:cxn modelId="{E892F1FE-3AFF-40B0-9619-19A507A8FF4C}" type="presParOf" srcId="{1F0A1E1C-E937-4627-80FF-524826A7E1E3}" destId="{1C1E4E81-90B8-4521-9FAA-99786936A904}" srcOrd="3" destOrd="0" presId="urn:microsoft.com/office/officeart/2018/2/layout/IconVerticalSolidList"/>
    <dgm:cxn modelId="{38ACC90F-72BB-4437-A0B6-F4A57B566325}" type="presParOf" srcId="{1F0A1E1C-E937-4627-80FF-524826A7E1E3}" destId="{AAF42F78-32DC-43F9-A637-E6C84E210B8A}" srcOrd="4" destOrd="0" presId="urn:microsoft.com/office/officeart/2018/2/layout/IconVerticalSolidList"/>
    <dgm:cxn modelId="{F02DCD21-387F-4132-9A47-32046F018E6D}" type="presParOf" srcId="{AAF42F78-32DC-43F9-A637-E6C84E210B8A}" destId="{8478E0C5-2112-430E-8D9C-447FAAA984DF}" srcOrd="0" destOrd="0" presId="urn:microsoft.com/office/officeart/2018/2/layout/IconVerticalSolidList"/>
    <dgm:cxn modelId="{D5C213F7-D09E-451A-92AD-77A860AC1949}" type="presParOf" srcId="{AAF42F78-32DC-43F9-A637-E6C84E210B8A}" destId="{CAF15A27-405D-4199-919F-39B10949FB89}" srcOrd="1" destOrd="0" presId="urn:microsoft.com/office/officeart/2018/2/layout/IconVerticalSolidList"/>
    <dgm:cxn modelId="{CD73DB46-AD8E-4D10-AD1D-C8F8FCE2A0CD}" type="presParOf" srcId="{AAF42F78-32DC-43F9-A637-E6C84E210B8A}" destId="{E271A9CD-E63A-415B-B69D-37644A59A13B}" srcOrd="2" destOrd="0" presId="urn:microsoft.com/office/officeart/2018/2/layout/IconVerticalSolidList"/>
    <dgm:cxn modelId="{67E9C549-14DF-4476-8F83-E1777B40E5E1}" type="presParOf" srcId="{AAF42F78-32DC-43F9-A637-E6C84E210B8A}" destId="{B9C6DA0D-6C65-4514-A1D9-CB5E11725AF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647951-24E5-45D1-B81D-4C4250AA0D1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1D24610B-C32D-45E4-8027-9E818F3C3D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User Management: User registration and login with password security.  </a:t>
          </a:r>
        </a:p>
      </dgm:t>
    </dgm:pt>
    <dgm:pt modelId="{7C2B7041-10A5-4C07-8C0C-7B535BE77B1F}" type="parTrans" cxnId="{92235C09-8CE2-4DCC-9B58-BB73C8A3AEDA}">
      <dgm:prSet/>
      <dgm:spPr/>
      <dgm:t>
        <a:bodyPr/>
        <a:lstStyle/>
        <a:p>
          <a:endParaRPr lang="en-US"/>
        </a:p>
      </dgm:t>
    </dgm:pt>
    <dgm:pt modelId="{5D964A62-FC1E-4EAD-8B72-AB4E4D4533ED}" type="sibTrans" cxnId="{92235C09-8CE2-4DCC-9B58-BB73C8A3AEDA}">
      <dgm:prSet/>
      <dgm:spPr/>
      <dgm:t>
        <a:bodyPr/>
        <a:lstStyle/>
        <a:p>
          <a:endParaRPr lang="en-US"/>
        </a:p>
      </dgm:t>
    </dgm:pt>
    <dgm:pt modelId="{22FE6723-1B2F-4433-9AE8-ED65C4DB03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Product management: Add, view, and manage products.  </a:t>
          </a:r>
        </a:p>
      </dgm:t>
    </dgm:pt>
    <dgm:pt modelId="{F57ED4E4-5CCA-4438-AA5A-F053373EEF69}" type="parTrans" cxnId="{C11814F0-73DE-419F-8F6F-0A57866C7A78}">
      <dgm:prSet/>
      <dgm:spPr/>
      <dgm:t>
        <a:bodyPr/>
        <a:lstStyle/>
        <a:p>
          <a:endParaRPr lang="en-US"/>
        </a:p>
      </dgm:t>
    </dgm:pt>
    <dgm:pt modelId="{9294C1B0-B1A7-4149-9850-94AF38ED3DEA}" type="sibTrans" cxnId="{C11814F0-73DE-419F-8F6F-0A57866C7A78}">
      <dgm:prSet/>
      <dgm:spPr/>
      <dgm:t>
        <a:bodyPr/>
        <a:lstStyle/>
        <a:p>
          <a:endParaRPr lang="en-US"/>
        </a:p>
      </dgm:t>
    </dgm:pt>
    <dgm:pt modelId="{C6CDEB72-F74E-4E08-8179-726F0481EA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 Order management: Place orders and track user order history.</a:t>
          </a:r>
        </a:p>
      </dgm:t>
    </dgm:pt>
    <dgm:pt modelId="{7CC9EDAE-E4F2-4450-B433-EF60BBBDFFE6}" type="parTrans" cxnId="{ADED8D11-E9D4-43D6-81F4-57939F55F1D9}">
      <dgm:prSet/>
      <dgm:spPr/>
      <dgm:t>
        <a:bodyPr/>
        <a:lstStyle/>
        <a:p>
          <a:endParaRPr lang="en-US"/>
        </a:p>
      </dgm:t>
    </dgm:pt>
    <dgm:pt modelId="{C1C4C521-3C79-443B-876E-9DCC709085DF}" type="sibTrans" cxnId="{ADED8D11-E9D4-43D6-81F4-57939F55F1D9}">
      <dgm:prSet/>
      <dgm:spPr/>
      <dgm:t>
        <a:bodyPr/>
        <a:lstStyle/>
        <a:p>
          <a:endParaRPr lang="en-US"/>
        </a:p>
      </dgm:t>
    </dgm:pt>
    <dgm:pt modelId="{0CFDE51A-9E7F-4424-BBBF-77522D70C805}" type="pres">
      <dgm:prSet presAssocID="{07647951-24E5-45D1-B81D-4C4250AA0D11}" presName="root" presStyleCnt="0">
        <dgm:presLayoutVars>
          <dgm:dir/>
          <dgm:resizeHandles val="exact"/>
        </dgm:presLayoutVars>
      </dgm:prSet>
      <dgm:spPr/>
    </dgm:pt>
    <dgm:pt modelId="{D9E3C401-C5CB-4B45-8FA5-EA4547CD26E4}" type="pres">
      <dgm:prSet presAssocID="{1D24610B-C32D-45E4-8027-9E818F3C3D1B}" presName="compNode" presStyleCnt="0"/>
      <dgm:spPr/>
    </dgm:pt>
    <dgm:pt modelId="{C9A57714-E7AA-4C85-AF32-74A563C74292}" type="pres">
      <dgm:prSet presAssocID="{1D24610B-C32D-45E4-8027-9E818F3C3D1B}" presName="bgRect" presStyleLbl="bgShp" presStyleIdx="0" presStyleCnt="3"/>
      <dgm:spPr/>
    </dgm:pt>
    <dgm:pt modelId="{78E068A7-5725-4708-8D25-783D62348A8D}" type="pres">
      <dgm:prSet presAssocID="{1D24610B-C32D-45E4-8027-9E818F3C3D1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B8248837-8A81-4E47-AC7D-30851A46652E}" type="pres">
      <dgm:prSet presAssocID="{1D24610B-C32D-45E4-8027-9E818F3C3D1B}" presName="spaceRect" presStyleCnt="0"/>
      <dgm:spPr/>
    </dgm:pt>
    <dgm:pt modelId="{B383837A-6BF0-47B5-82FA-A3DAAED0D5F6}" type="pres">
      <dgm:prSet presAssocID="{1D24610B-C32D-45E4-8027-9E818F3C3D1B}" presName="parTx" presStyleLbl="revTx" presStyleIdx="0" presStyleCnt="3">
        <dgm:presLayoutVars>
          <dgm:chMax val="0"/>
          <dgm:chPref val="0"/>
        </dgm:presLayoutVars>
      </dgm:prSet>
      <dgm:spPr/>
    </dgm:pt>
    <dgm:pt modelId="{ED645EB9-E0D3-4C36-B79A-4506FBA06D85}" type="pres">
      <dgm:prSet presAssocID="{5D964A62-FC1E-4EAD-8B72-AB4E4D4533ED}" presName="sibTrans" presStyleCnt="0"/>
      <dgm:spPr/>
    </dgm:pt>
    <dgm:pt modelId="{9DBEA375-5E9B-4EC7-AC0F-0F9193C42097}" type="pres">
      <dgm:prSet presAssocID="{22FE6723-1B2F-4433-9AE8-ED65C4DB03B5}" presName="compNode" presStyleCnt="0"/>
      <dgm:spPr/>
    </dgm:pt>
    <dgm:pt modelId="{9D0928BD-26BF-4C26-9D2E-0275E51090A1}" type="pres">
      <dgm:prSet presAssocID="{22FE6723-1B2F-4433-9AE8-ED65C4DB03B5}" presName="bgRect" presStyleLbl="bgShp" presStyleIdx="1" presStyleCnt="3"/>
      <dgm:spPr/>
    </dgm:pt>
    <dgm:pt modelId="{D555E39D-A48A-42FD-8EE3-7ECCD3896A09}" type="pres">
      <dgm:prSet presAssocID="{22FE6723-1B2F-4433-9AE8-ED65C4DB03B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FCD7914-1B8C-4723-9F16-93A160A559AE}" type="pres">
      <dgm:prSet presAssocID="{22FE6723-1B2F-4433-9AE8-ED65C4DB03B5}" presName="spaceRect" presStyleCnt="0"/>
      <dgm:spPr/>
    </dgm:pt>
    <dgm:pt modelId="{63F83469-74CB-49C1-89AF-6261007D586C}" type="pres">
      <dgm:prSet presAssocID="{22FE6723-1B2F-4433-9AE8-ED65C4DB03B5}" presName="parTx" presStyleLbl="revTx" presStyleIdx="1" presStyleCnt="3">
        <dgm:presLayoutVars>
          <dgm:chMax val="0"/>
          <dgm:chPref val="0"/>
        </dgm:presLayoutVars>
      </dgm:prSet>
      <dgm:spPr/>
    </dgm:pt>
    <dgm:pt modelId="{E46BBC20-6D2E-45D8-806E-542F1ECB2D54}" type="pres">
      <dgm:prSet presAssocID="{9294C1B0-B1A7-4149-9850-94AF38ED3DEA}" presName="sibTrans" presStyleCnt="0"/>
      <dgm:spPr/>
    </dgm:pt>
    <dgm:pt modelId="{DD2C7F88-8846-484C-A901-35CC3BABB74F}" type="pres">
      <dgm:prSet presAssocID="{C6CDEB72-F74E-4E08-8179-726F0481EAF2}" presName="compNode" presStyleCnt="0"/>
      <dgm:spPr/>
    </dgm:pt>
    <dgm:pt modelId="{A63F26BB-9A8A-447B-81E9-D8653391F3B0}" type="pres">
      <dgm:prSet presAssocID="{C6CDEB72-F74E-4E08-8179-726F0481EAF2}" presName="bgRect" presStyleLbl="bgShp" presStyleIdx="2" presStyleCnt="3"/>
      <dgm:spPr/>
    </dgm:pt>
    <dgm:pt modelId="{601BAF0D-8220-4CE1-A918-17D2681B30C6}" type="pres">
      <dgm:prSet presAssocID="{C6CDEB72-F74E-4E08-8179-726F0481EAF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315324D-B640-4A1E-9C35-A582BF5B2D61}" type="pres">
      <dgm:prSet presAssocID="{C6CDEB72-F74E-4E08-8179-726F0481EAF2}" presName="spaceRect" presStyleCnt="0"/>
      <dgm:spPr/>
    </dgm:pt>
    <dgm:pt modelId="{6A342D68-DC53-4EAB-AD3D-320F3545EE3A}" type="pres">
      <dgm:prSet presAssocID="{C6CDEB72-F74E-4E08-8179-726F0481EAF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2235C09-8CE2-4DCC-9B58-BB73C8A3AEDA}" srcId="{07647951-24E5-45D1-B81D-4C4250AA0D11}" destId="{1D24610B-C32D-45E4-8027-9E818F3C3D1B}" srcOrd="0" destOrd="0" parTransId="{7C2B7041-10A5-4C07-8C0C-7B535BE77B1F}" sibTransId="{5D964A62-FC1E-4EAD-8B72-AB4E4D4533ED}"/>
    <dgm:cxn modelId="{ADED8D11-E9D4-43D6-81F4-57939F55F1D9}" srcId="{07647951-24E5-45D1-B81D-4C4250AA0D11}" destId="{C6CDEB72-F74E-4E08-8179-726F0481EAF2}" srcOrd="2" destOrd="0" parTransId="{7CC9EDAE-E4F2-4450-B433-EF60BBBDFFE6}" sibTransId="{C1C4C521-3C79-443B-876E-9DCC709085DF}"/>
    <dgm:cxn modelId="{C4775E15-FB08-4E9E-A6F0-07CDA9DAC138}" type="presOf" srcId="{C6CDEB72-F74E-4E08-8179-726F0481EAF2}" destId="{6A342D68-DC53-4EAB-AD3D-320F3545EE3A}" srcOrd="0" destOrd="0" presId="urn:microsoft.com/office/officeart/2018/2/layout/IconVerticalSolidList"/>
    <dgm:cxn modelId="{5E4D845D-A75F-4382-852E-02D39F957D0A}" type="presOf" srcId="{07647951-24E5-45D1-B81D-4C4250AA0D11}" destId="{0CFDE51A-9E7F-4424-BBBF-77522D70C805}" srcOrd="0" destOrd="0" presId="urn:microsoft.com/office/officeart/2018/2/layout/IconVerticalSolidList"/>
    <dgm:cxn modelId="{710F5555-CA7A-4B51-B5CC-6243874076C1}" type="presOf" srcId="{22FE6723-1B2F-4433-9AE8-ED65C4DB03B5}" destId="{63F83469-74CB-49C1-89AF-6261007D586C}" srcOrd="0" destOrd="0" presId="urn:microsoft.com/office/officeart/2018/2/layout/IconVerticalSolidList"/>
    <dgm:cxn modelId="{C11814F0-73DE-419F-8F6F-0A57866C7A78}" srcId="{07647951-24E5-45D1-B81D-4C4250AA0D11}" destId="{22FE6723-1B2F-4433-9AE8-ED65C4DB03B5}" srcOrd="1" destOrd="0" parTransId="{F57ED4E4-5CCA-4438-AA5A-F053373EEF69}" sibTransId="{9294C1B0-B1A7-4149-9850-94AF38ED3DEA}"/>
    <dgm:cxn modelId="{FBC5E0FD-2561-408C-8E55-E5A40DC4E48E}" type="presOf" srcId="{1D24610B-C32D-45E4-8027-9E818F3C3D1B}" destId="{B383837A-6BF0-47B5-82FA-A3DAAED0D5F6}" srcOrd="0" destOrd="0" presId="urn:microsoft.com/office/officeart/2018/2/layout/IconVerticalSolidList"/>
    <dgm:cxn modelId="{CE874FAD-EB90-434D-8A82-44E17D2EC161}" type="presParOf" srcId="{0CFDE51A-9E7F-4424-BBBF-77522D70C805}" destId="{D9E3C401-C5CB-4B45-8FA5-EA4547CD26E4}" srcOrd="0" destOrd="0" presId="urn:microsoft.com/office/officeart/2018/2/layout/IconVerticalSolidList"/>
    <dgm:cxn modelId="{7FB69164-DC73-4E4D-A9B7-22E5C0501E79}" type="presParOf" srcId="{D9E3C401-C5CB-4B45-8FA5-EA4547CD26E4}" destId="{C9A57714-E7AA-4C85-AF32-74A563C74292}" srcOrd="0" destOrd="0" presId="urn:microsoft.com/office/officeart/2018/2/layout/IconVerticalSolidList"/>
    <dgm:cxn modelId="{5AD4EA6D-5502-4176-9C10-42B85C45C060}" type="presParOf" srcId="{D9E3C401-C5CB-4B45-8FA5-EA4547CD26E4}" destId="{78E068A7-5725-4708-8D25-783D62348A8D}" srcOrd="1" destOrd="0" presId="urn:microsoft.com/office/officeart/2018/2/layout/IconVerticalSolidList"/>
    <dgm:cxn modelId="{945F29F7-5DEB-4AD8-98B9-7309BE28E3A0}" type="presParOf" srcId="{D9E3C401-C5CB-4B45-8FA5-EA4547CD26E4}" destId="{B8248837-8A81-4E47-AC7D-30851A46652E}" srcOrd="2" destOrd="0" presId="urn:microsoft.com/office/officeart/2018/2/layout/IconVerticalSolidList"/>
    <dgm:cxn modelId="{0CEE7751-B96E-4722-B020-35D223765BDE}" type="presParOf" srcId="{D9E3C401-C5CB-4B45-8FA5-EA4547CD26E4}" destId="{B383837A-6BF0-47B5-82FA-A3DAAED0D5F6}" srcOrd="3" destOrd="0" presId="urn:microsoft.com/office/officeart/2018/2/layout/IconVerticalSolidList"/>
    <dgm:cxn modelId="{3AFA7C70-B1E2-44FB-93B5-52CECBF665EA}" type="presParOf" srcId="{0CFDE51A-9E7F-4424-BBBF-77522D70C805}" destId="{ED645EB9-E0D3-4C36-B79A-4506FBA06D85}" srcOrd="1" destOrd="0" presId="urn:microsoft.com/office/officeart/2018/2/layout/IconVerticalSolidList"/>
    <dgm:cxn modelId="{866A606A-1AB2-47E0-8E2A-C50FD89CD39A}" type="presParOf" srcId="{0CFDE51A-9E7F-4424-BBBF-77522D70C805}" destId="{9DBEA375-5E9B-4EC7-AC0F-0F9193C42097}" srcOrd="2" destOrd="0" presId="urn:microsoft.com/office/officeart/2018/2/layout/IconVerticalSolidList"/>
    <dgm:cxn modelId="{1EEED7EB-37CE-43B6-8EC8-2C4C355C1A7E}" type="presParOf" srcId="{9DBEA375-5E9B-4EC7-AC0F-0F9193C42097}" destId="{9D0928BD-26BF-4C26-9D2E-0275E51090A1}" srcOrd="0" destOrd="0" presId="urn:microsoft.com/office/officeart/2018/2/layout/IconVerticalSolidList"/>
    <dgm:cxn modelId="{6795C94B-3DB4-4C59-BD9C-D9AEE31D6DA7}" type="presParOf" srcId="{9DBEA375-5E9B-4EC7-AC0F-0F9193C42097}" destId="{D555E39D-A48A-42FD-8EE3-7ECCD3896A09}" srcOrd="1" destOrd="0" presId="urn:microsoft.com/office/officeart/2018/2/layout/IconVerticalSolidList"/>
    <dgm:cxn modelId="{26A31626-27D2-4158-92E7-45DC0CFFAAC5}" type="presParOf" srcId="{9DBEA375-5E9B-4EC7-AC0F-0F9193C42097}" destId="{EFCD7914-1B8C-4723-9F16-93A160A559AE}" srcOrd="2" destOrd="0" presId="urn:microsoft.com/office/officeart/2018/2/layout/IconVerticalSolidList"/>
    <dgm:cxn modelId="{FAADAA8B-6A9E-4A42-9257-76CE196C4AA4}" type="presParOf" srcId="{9DBEA375-5E9B-4EC7-AC0F-0F9193C42097}" destId="{63F83469-74CB-49C1-89AF-6261007D586C}" srcOrd="3" destOrd="0" presId="urn:microsoft.com/office/officeart/2018/2/layout/IconVerticalSolidList"/>
    <dgm:cxn modelId="{1E864EF0-0EBD-4689-A61E-0F90AE99E2FF}" type="presParOf" srcId="{0CFDE51A-9E7F-4424-BBBF-77522D70C805}" destId="{E46BBC20-6D2E-45D8-806E-542F1ECB2D54}" srcOrd="3" destOrd="0" presId="urn:microsoft.com/office/officeart/2018/2/layout/IconVerticalSolidList"/>
    <dgm:cxn modelId="{8F6237FE-4BE7-45AC-B777-96F2CA7CF604}" type="presParOf" srcId="{0CFDE51A-9E7F-4424-BBBF-77522D70C805}" destId="{DD2C7F88-8846-484C-A901-35CC3BABB74F}" srcOrd="4" destOrd="0" presId="urn:microsoft.com/office/officeart/2018/2/layout/IconVerticalSolidList"/>
    <dgm:cxn modelId="{43C29C50-1AC0-4302-BA9D-7E3408F58C56}" type="presParOf" srcId="{DD2C7F88-8846-484C-A901-35CC3BABB74F}" destId="{A63F26BB-9A8A-447B-81E9-D8653391F3B0}" srcOrd="0" destOrd="0" presId="urn:microsoft.com/office/officeart/2018/2/layout/IconVerticalSolidList"/>
    <dgm:cxn modelId="{67F38E40-F71B-4950-B65E-1F5AF088B5E9}" type="presParOf" srcId="{DD2C7F88-8846-484C-A901-35CC3BABB74F}" destId="{601BAF0D-8220-4CE1-A918-17D2681B30C6}" srcOrd="1" destOrd="0" presId="urn:microsoft.com/office/officeart/2018/2/layout/IconVerticalSolidList"/>
    <dgm:cxn modelId="{9A5AE2D4-A4BC-4A91-80F2-E2E9476E0482}" type="presParOf" srcId="{DD2C7F88-8846-484C-A901-35CC3BABB74F}" destId="{6315324D-B640-4A1E-9C35-A582BF5B2D61}" srcOrd="2" destOrd="0" presId="urn:microsoft.com/office/officeart/2018/2/layout/IconVerticalSolidList"/>
    <dgm:cxn modelId="{09482644-E430-40A2-A0A6-9A3D3BBB61D2}" type="presParOf" srcId="{DD2C7F88-8846-484C-A901-35CC3BABB74F}" destId="{6A342D68-DC53-4EAB-AD3D-320F3545EE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28B30E-636F-4CE2-BA10-66ADC25D42DA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C6B82FB-6C64-4777-B66D-827DEFF6B22B}">
      <dgm:prSet/>
      <dgm:spPr/>
      <dgm:t>
        <a:bodyPr/>
        <a:lstStyle/>
        <a:p>
          <a:r>
            <a:rPr lang="en-US" b="1" dirty="0"/>
            <a:t>Implementation</a:t>
          </a:r>
          <a:r>
            <a:rPr lang="en-US" dirty="0"/>
            <a:t>: </a:t>
          </a:r>
          <a:r>
            <a:rPr lang="en-US" b="1" i="1" dirty="0"/>
            <a:t>product_factory.py</a:t>
          </a:r>
          <a:endParaRPr lang="en-US" dirty="0"/>
        </a:p>
      </dgm:t>
    </dgm:pt>
    <dgm:pt modelId="{A33C78EF-CD5F-4CA9-BF39-2BD3EC1822A9}" type="parTrans" cxnId="{84CE367B-BA41-4AE8-85CD-E44F67AD19E9}">
      <dgm:prSet/>
      <dgm:spPr/>
      <dgm:t>
        <a:bodyPr/>
        <a:lstStyle/>
        <a:p>
          <a:endParaRPr lang="en-US"/>
        </a:p>
      </dgm:t>
    </dgm:pt>
    <dgm:pt modelId="{5FF9B22A-10CF-4FC1-B0E6-54183A332B2E}" type="sibTrans" cxnId="{84CE367B-BA41-4AE8-85CD-E44F67AD19E9}">
      <dgm:prSet/>
      <dgm:spPr/>
      <dgm:t>
        <a:bodyPr/>
        <a:lstStyle/>
        <a:p>
          <a:endParaRPr lang="en-US"/>
        </a:p>
      </dgm:t>
    </dgm:pt>
    <dgm:pt modelId="{F7DF03B3-02AB-4CA7-B328-C55D7F7C8CA3}">
      <dgm:prSet/>
      <dgm:spPr/>
      <dgm:t>
        <a:bodyPr/>
        <a:lstStyle/>
        <a:p>
          <a:r>
            <a:rPr lang="en-US" b="1"/>
            <a:t>Abstract Product</a:t>
          </a:r>
          <a:r>
            <a:rPr lang="en-US"/>
            <a:t>: Product class with a get_details() method.</a:t>
          </a:r>
        </a:p>
      </dgm:t>
    </dgm:pt>
    <dgm:pt modelId="{EEC56901-C059-4C45-A5C7-8404566A3B7B}" type="parTrans" cxnId="{0F9470E8-A1F6-4B2C-B9FA-BDC9DA1FE1BF}">
      <dgm:prSet/>
      <dgm:spPr/>
      <dgm:t>
        <a:bodyPr/>
        <a:lstStyle/>
        <a:p>
          <a:endParaRPr lang="en-US"/>
        </a:p>
      </dgm:t>
    </dgm:pt>
    <dgm:pt modelId="{9A712FE4-B05A-492F-97AA-556EAC06B9E5}" type="sibTrans" cxnId="{0F9470E8-A1F6-4B2C-B9FA-BDC9DA1FE1BF}">
      <dgm:prSet/>
      <dgm:spPr/>
      <dgm:t>
        <a:bodyPr/>
        <a:lstStyle/>
        <a:p>
          <a:endParaRPr lang="en-US"/>
        </a:p>
      </dgm:t>
    </dgm:pt>
    <dgm:pt modelId="{B896FD70-B292-4984-B986-78A97350CB28}">
      <dgm:prSet/>
      <dgm:spPr/>
      <dgm:t>
        <a:bodyPr/>
        <a:lstStyle/>
        <a:p>
          <a:r>
            <a:rPr lang="en-US" b="1"/>
            <a:t>Concrete Products</a:t>
          </a:r>
          <a:r>
            <a:rPr lang="en-US"/>
            <a:t>: DigitalProduct and PhysicalProduct inherit from Product.</a:t>
          </a:r>
        </a:p>
      </dgm:t>
    </dgm:pt>
    <dgm:pt modelId="{5941F3D9-D130-4832-9A3D-DDBCAA16FFB6}" type="parTrans" cxnId="{628B0573-108A-488F-B1C9-A6CEC3364607}">
      <dgm:prSet/>
      <dgm:spPr/>
      <dgm:t>
        <a:bodyPr/>
        <a:lstStyle/>
        <a:p>
          <a:endParaRPr lang="en-US"/>
        </a:p>
      </dgm:t>
    </dgm:pt>
    <dgm:pt modelId="{99B3A536-2FA9-4159-BAC2-CE5589572A82}" type="sibTrans" cxnId="{628B0573-108A-488F-B1C9-A6CEC3364607}">
      <dgm:prSet/>
      <dgm:spPr/>
      <dgm:t>
        <a:bodyPr/>
        <a:lstStyle/>
        <a:p>
          <a:endParaRPr lang="en-US"/>
        </a:p>
      </dgm:t>
    </dgm:pt>
    <dgm:pt modelId="{4A472366-7EFE-4169-AAA3-2A6665D2CCCA}">
      <dgm:prSet/>
      <dgm:spPr/>
      <dgm:t>
        <a:bodyPr/>
        <a:lstStyle/>
        <a:p>
          <a:r>
            <a:rPr lang="en-US" b="1"/>
            <a:t>Factory</a:t>
          </a:r>
          <a:r>
            <a:rPr lang="en-US"/>
            <a:t>: A ProductFactory with a method to create objects based on input type (e.g., "</a:t>
          </a:r>
          <a:r>
            <a:rPr lang="en-US" b="1"/>
            <a:t>digital</a:t>
          </a:r>
          <a:r>
            <a:rPr lang="en-US"/>
            <a:t>", "</a:t>
          </a:r>
          <a:r>
            <a:rPr lang="en-US" b="1"/>
            <a:t>physical</a:t>
          </a:r>
          <a:r>
            <a:rPr lang="en-US"/>
            <a:t>").</a:t>
          </a:r>
        </a:p>
      </dgm:t>
    </dgm:pt>
    <dgm:pt modelId="{FFAACB2F-9449-4F95-879C-CE549D1B9474}" type="parTrans" cxnId="{0C4E3911-574D-433A-A084-FE5358099543}">
      <dgm:prSet/>
      <dgm:spPr/>
      <dgm:t>
        <a:bodyPr/>
        <a:lstStyle/>
        <a:p>
          <a:endParaRPr lang="en-US"/>
        </a:p>
      </dgm:t>
    </dgm:pt>
    <dgm:pt modelId="{E0D3AAFE-A3BB-4D43-9E35-04A71EC75B2A}" type="sibTrans" cxnId="{0C4E3911-574D-433A-A084-FE5358099543}">
      <dgm:prSet/>
      <dgm:spPr/>
      <dgm:t>
        <a:bodyPr/>
        <a:lstStyle/>
        <a:p>
          <a:endParaRPr lang="en-US"/>
        </a:p>
      </dgm:t>
    </dgm:pt>
    <dgm:pt modelId="{BDABB97D-3FF4-4654-8D92-4D5F4927461E}">
      <dgm:prSet/>
      <dgm:spPr/>
      <dgm:t>
        <a:bodyPr/>
        <a:lstStyle/>
        <a:p>
          <a:r>
            <a:rPr lang="en-US" b="1"/>
            <a:t>Purpose</a:t>
          </a:r>
          <a:r>
            <a:rPr lang="en-US"/>
            <a:t>: Simplify object creation by encapsulating logic; enhances flexibility and scalability.</a:t>
          </a:r>
        </a:p>
      </dgm:t>
    </dgm:pt>
    <dgm:pt modelId="{3AA57172-515E-47B9-82C0-F4EB51E391F5}" type="parTrans" cxnId="{CDDAC1C7-B5EF-47CA-B6C3-6080FC1F4DDD}">
      <dgm:prSet/>
      <dgm:spPr/>
      <dgm:t>
        <a:bodyPr/>
        <a:lstStyle/>
        <a:p>
          <a:endParaRPr lang="en-US"/>
        </a:p>
      </dgm:t>
    </dgm:pt>
    <dgm:pt modelId="{BBB499F8-1530-4B5E-B24B-F63AFADA69A2}" type="sibTrans" cxnId="{CDDAC1C7-B5EF-47CA-B6C3-6080FC1F4DDD}">
      <dgm:prSet/>
      <dgm:spPr/>
      <dgm:t>
        <a:bodyPr/>
        <a:lstStyle/>
        <a:p>
          <a:endParaRPr lang="en-US"/>
        </a:p>
      </dgm:t>
    </dgm:pt>
    <dgm:pt modelId="{BC97778B-83C6-4B6E-8755-2EB1C086D05A}">
      <dgm:prSet/>
      <dgm:spPr/>
      <dgm:t>
        <a:bodyPr/>
        <a:lstStyle/>
        <a:p>
          <a:r>
            <a:rPr lang="en-US" b="1"/>
            <a:t>Testing</a:t>
          </a:r>
          <a:r>
            <a:rPr lang="en-US"/>
            <a:t>:   Terminal:</a:t>
          </a:r>
        </a:p>
      </dgm:t>
    </dgm:pt>
    <dgm:pt modelId="{605565E1-F533-49B5-8175-3DA2B7E745B6}" type="parTrans" cxnId="{F9F541BE-8BB9-47D7-AEF4-51B64803B876}">
      <dgm:prSet/>
      <dgm:spPr/>
      <dgm:t>
        <a:bodyPr/>
        <a:lstStyle/>
        <a:p>
          <a:endParaRPr lang="en-US"/>
        </a:p>
      </dgm:t>
    </dgm:pt>
    <dgm:pt modelId="{C0052217-B74C-4538-AE87-BD47C2E412C5}" type="sibTrans" cxnId="{F9F541BE-8BB9-47D7-AEF4-51B64803B876}">
      <dgm:prSet/>
      <dgm:spPr/>
      <dgm:t>
        <a:bodyPr/>
        <a:lstStyle/>
        <a:p>
          <a:endParaRPr lang="en-US"/>
        </a:p>
      </dgm:t>
    </dgm:pt>
    <dgm:pt modelId="{1FF602BC-0E9E-4DA6-BEAC-9D6F99BDD652}">
      <dgm:prSet/>
      <dgm:spPr/>
      <dgm:t>
        <a:bodyPr/>
        <a:lstStyle/>
        <a:p>
          <a:r>
            <a:rPr lang="en-US" b="1" i="1"/>
            <a:t>Python main.py        -&gt;</a:t>
          </a:r>
          <a:r>
            <a:rPr lang="en-US" i="1"/>
            <a:t> </a:t>
          </a:r>
          <a:r>
            <a:rPr lang="en-US" b="1" i="1"/>
            <a:t>test the code (Factory method) from terminal</a:t>
          </a:r>
          <a:endParaRPr lang="en-US"/>
        </a:p>
      </dgm:t>
    </dgm:pt>
    <dgm:pt modelId="{31023ADB-CD7B-467C-BEF6-270B08BAB150}" type="parTrans" cxnId="{458BD8AF-A7D5-419F-8CD0-51EA2D7EBB87}">
      <dgm:prSet/>
      <dgm:spPr/>
      <dgm:t>
        <a:bodyPr/>
        <a:lstStyle/>
        <a:p>
          <a:endParaRPr lang="en-US"/>
        </a:p>
      </dgm:t>
    </dgm:pt>
    <dgm:pt modelId="{E5632F23-0344-4605-8648-D68E2379557F}" type="sibTrans" cxnId="{458BD8AF-A7D5-419F-8CD0-51EA2D7EBB87}">
      <dgm:prSet/>
      <dgm:spPr/>
      <dgm:t>
        <a:bodyPr/>
        <a:lstStyle/>
        <a:p>
          <a:endParaRPr lang="en-US"/>
        </a:p>
      </dgm:t>
    </dgm:pt>
    <dgm:pt modelId="{947422CF-8DED-4DD6-A1CB-141273876746}">
      <dgm:prSet/>
      <dgm:spPr/>
      <dgm:t>
        <a:bodyPr/>
        <a:lstStyle/>
        <a:p>
          <a:r>
            <a:rPr lang="en-US" b="1" i="1"/>
            <a:t>python -m unittest discover -s test      -&gt; </a:t>
          </a:r>
          <a:r>
            <a:rPr lang="en-US" b="1"/>
            <a:t>verify the implementation.</a:t>
          </a:r>
          <a:endParaRPr lang="en-US"/>
        </a:p>
      </dgm:t>
    </dgm:pt>
    <dgm:pt modelId="{9AD4801C-E0D4-4988-B5CD-4715FC5FE2FA}" type="parTrans" cxnId="{A9CAB6F9-FD7A-4267-8E09-73B8107A0CBE}">
      <dgm:prSet/>
      <dgm:spPr/>
      <dgm:t>
        <a:bodyPr/>
        <a:lstStyle/>
        <a:p>
          <a:endParaRPr lang="en-US"/>
        </a:p>
      </dgm:t>
    </dgm:pt>
    <dgm:pt modelId="{2B7F6A44-352A-4635-9187-2A43307C7C74}" type="sibTrans" cxnId="{A9CAB6F9-FD7A-4267-8E09-73B8107A0CBE}">
      <dgm:prSet/>
      <dgm:spPr/>
      <dgm:t>
        <a:bodyPr/>
        <a:lstStyle/>
        <a:p>
          <a:endParaRPr lang="en-US"/>
        </a:p>
      </dgm:t>
    </dgm:pt>
    <dgm:pt modelId="{3769DF78-AA86-46CB-8CDF-9BAA857AD202}" type="pres">
      <dgm:prSet presAssocID="{6528B30E-636F-4CE2-BA10-66ADC25D42DA}" presName="linear" presStyleCnt="0">
        <dgm:presLayoutVars>
          <dgm:animLvl val="lvl"/>
          <dgm:resizeHandles val="exact"/>
        </dgm:presLayoutVars>
      </dgm:prSet>
      <dgm:spPr/>
    </dgm:pt>
    <dgm:pt modelId="{ECF8B900-26E1-4D3E-AFB3-28F46CACA4CD}" type="pres">
      <dgm:prSet presAssocID="{6C6B82FB-6C64-4777-B66D-827DEFF6B22B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837BC198-1F7C-4FD0-A601-8AB52BA8635E}" type="pres">
      <dgm:prSet presAssocID="{5FF9B22A-10CF-4FC1-B0E6-54183A332B2E}" presName="spacer" presStyleCnt="0"/>
      <dgm:spPr/>
    </dgm:pt>
    <dgm:pt modelId="{C80B7982-B235-4BB3-AF57-5906F878C833}" type="pres">
      <dgm:prSet presAssocID="{F7DF03B3-02AB-4CA7-B328-C55D7F7C8CA3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F8035829-F242-4A08-95F6-20F1A39F5130}" type="pres">
      <dgm:prSet presAssocID="{9A712FE4-B05A-492F-97AA-556EAC06B9E5}" presName="spacer" presStyleCnt="0"/>
      <dgm:spPr/>
    </dgm:pt>
    <dgm:pt modelId="{A795EEE3-283C-4EB0-8351-7730CB2E56D4}" type="pres">
      <dgm:prSet presAssocID="{B896FD70-B292-4984-B986-78A97350CB28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1C1E0601-AF16-490B-9BEC-206D065B36D6}" type="pres">
      <dgm:prSet presAssocID="{99B3A536-2FA9-4159-BAC2-CE5589572A82}" presName="spacer" presStyleCnt="0"/>
      <dgm:spPr/>
    </dgm:pt>
    <dgm:pt modelId="{9EAC4AB3-AFD1-4366-A566-956D2CC19B94}" type="pres">
      <dgm:prSet presAssocID="{4A472366-7EFE-4169-AAA3-2A6665D2CCCA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8E4A76B6-669B-4620-AEB1-E26AF65D8C1B}" type="pres">
      <dgm:prSet presAssocID="{E0D3AAFE-A3BB-4D43-9E35-04A71EC75B2A}" presName="spacer" presStyleCnt="0"/>
      <dgm:spPr/>
    </dgm:pt>
    <dgm:pt modelId="{50F38F0F-E201-4A9D-B397-59F6D1A34B72}" type="pres">
      <dgm:prSet presAssocID="{BDABB97D-3FF4-4654-8D92-4D5F4927461E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F1793E70-804C-4F28-8A49-FA9C714B210D}" type="pres">
      <dgm:prSet presAssocID="{BBB499F8-1530-4B5E-B24B-F63AFADA69A2}" presName="spacer" presStyleCnt="0"/>
      <dgm:spPr/>
    </dgm:pt>
    <dgm:pt modelId="{702EF105-0DF5-4626-9723-A6D545B7FDC5}" type="pres">
      <dgm:prSet presAssocID="{BC97778B-83C6-4B6E-8755-2EB1C086D05A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90E27E1C-2C5B-4733-816A-A2342678DDF4}" type="pres">
      <dgm:prSet presAssocID="{C0052217-B74C-4538-AE87-BD47C2E412C5}" presName="spacer" presStyleCnt="0"/>
      <dgm:spPr/>
    </dgm:pt>
    <dgm:pt modelId="{5EC73407-8C11-4985-AFE5-23D09DF1123D}" type="pres">
      <dgm:prSet presAssocID="{1FF602BC-0E9E-4DA6-BEAC-9D6F99BDD652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97CF0462-7AF1-4ABF-8ED0-76E38BA91B62}" type="pres">
      <dgm:prSet presAssocID="{E5632F23-0344-4605-8648-D68E2379557F}" presName="spacer" presStyleCnt="0"/>
      <dgm:spPr/>
    </dgm:pt>
    <dgm:pt modelId="{41F9273D-C532-47F2-A0C9-7A07FD0196E5}" type="pres">
      <dgm:prSet presAssocID="{947422CF-8DED-4DD6-A1CB-141273876746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32F56604-5F4F-4BD8-A524-D9908D4EA8EB}" type="presOf" srcId="{6528B30E-636F-4CE2-BA10-66ADC25D42DA}" destId="{3769DF78-AA86-46CB-8CDF-9BAA857AD202}" srcOrd="0" destOrd="0" presId="urn:microsoft.com/office/officeart/2005/8/layout/vList2"/>
    <dgm:cxn modelId="{58EAA60B-EA1E-4604-9B58-6468951C9790}" type="presOf" srcId="{4A472366-7EFE-4169-AAA3-2A6665D2CCCA}" destId="{9EAC4AB3-AFD1-4366-A566-956D2CC19B94}" srcOrd="0" destOrd="0" presId="urn:microsoft.com/office/officeart/2005/8/layout/vList2"/>
    <dgm:cxn modelId="{0C4E3911-574D-433A-A084-FE5358099543}" srcId="{6528B30E-636F-4CE2-BA10-66ADC25D42DA}" destId="{4A472366-7EFE-4169-AAA3-2A6665D2CCCA}" srcOrd="3" destOrd="0" parTransId="{FFAACB2F-9449-4F95-879C-CE549D1B9474}" sibTransId="{E0D3AAFE-A3BB-4D43-9E35-04A71EC75B2A}"/>
    <dgm:cxn modelId="{ABDD6427-D54D-4D3D-BA99-DC9D0035DA84}" type="presOf" srcId="{1FF602BC-0E9E-4DA6-BEAC-9D6F99BDD652}" destId="{5EC73407-8C11-4985-AFE5-23D09DF1123D}" srcOrd="0" destOrd="0" presId="urn:microsoft.com/office/officeart/2005/8/layout/vList2"/>
    <dgm:cxn modelId="{107AB068-9B20-4F5F-B494-AFE7DB85EB5E}" type="presOf" srcId="{947422CF-8DED-4DD6-A1CB-141273876746}" destId="{41F9273D-C532-47F2-A0C9-7A07FD0196E5}" srcOrd="0" destOrd="0" presId="urn:microsoft.com/office/officeart/2005/8/layout/vList2"/>
    <dgm:cxn modelId="{628B0573-108A-488F-B1C9-A6CEC3364607}" srcId="{6528B30E-636F-4CE2-BA10-66ADC25D42DA}" destId="{B896FD70-B292-4984-B986-78A97350CB28}" srcOrd="2" destOrd="0" parTransId="{5941F3D9-D130-4832-9A3D-DDBCAA16FFB6}" sibTransId="{99B3A536-2FA9-4159-BAC2-CE5589572A82}"/>
    <dgm:cxn modelId="{4A92FD73-1ED8-4B0F-A22E-F454BA44604F}" type="presOf" srcId="{B896FD70-B292-4984-B986-78A97350CB28}" destId="{A795EEE3-283C-4EB0-8351-7730CB2E56D4}" srcOrd="0" destOrd="0" presId="urn:microsoft.com/office/officeart/2005/8/layout/vList2"/>
    <dgm:cxn modelId="{0D5EFA56-629B-4462-968D-D6FF05700EC3}" type="presOf" srcId="{F7DF03B3-02AB-4CA7-B328-C55D7F7C8CA3}" destId="{C80B7982-B235-4BB3-AF57-5906F878C833}" srcOrd="0" destOrd="0" presId="urn:microsoft.com/office/officeart/2005/8/layout/vList2"/>
    <dgm:cxn modelId="{84CE367B-BA41-4AE8-85CD-E44F67AD19E9}" srcId="{6528B30E-636F-4CE2-BA10-66ADC25D42DA}" destId="{6C6B82FB-6C64-4777-B66D-827DEFF6B22B}" srcOrd="0" destOrd="0" parTransId="{A33C78EF-CD5F-4CA9-BF39-2BD3EC1822A9}" sibTransId="{5FF9B22A-10CF-4FC1-B0E6-54183A332B2E}"/>
    <dgm:cxn modelId="{896CAA8F-CCE7-4B7A-A820-4D3A785A3430}" type="presOf" srcId="{BC97778B-83C6-4B6E-8755-2EB1C086D05A}" destId="{702EF105-0DF5-4626-9723-A6D545B7FDC5}" srcOrd="0" destOrd="0" presId="urn:microsoft.com/office/officeart/2005/8/layout/vList2"/>
    <dgm:cxn modelId="{8B6EDDA6-07C2-47CF-B568-025A7EE6EB2F}" type="presOf" srcId="{BDABB97D-3FF4-4654-8D92-4D5F4927461E}" destId="{50F38F0F-E201-4A9D-B397-59F6D1A34B72}" srcOrd="0" destOrd="0" presId="urn:microsoft.com/office/officeart/2005/8/layout/vList2"/>
    <dgm:cxn modelId="{458BD8AF-A7D5-419F-8CD0-51EA2D7EBB87}" srcId="{6528B30E-636F-4CE2-BA10-66ADC25D42DA}" destId="{1FF602BC-0E9E-4DA6-BEAC-9D6F99BDD652}" srcOrd="6" destOrd="0" parTransId="{31023ADB-CD7B-467C-BEF6-270B08BAB150}" sibTransId="{E5632F23-0344-4605-8648-D68E2379557F}"/>
    <dgm:cxn modelId="{F9F541BE-8BB9-47D7-AEF4-51B64803B876}" srcId="{6528B30E-636F-4CE2-BA10-66ADC25D42DA}" destId="{BC97778B-83C6-4B6E-8755-2EB1C086D05A}" srcOrd="5" destOrd="0" parTransId="{605565E1-F533-49B5-8175-3DA2B7E745B6}" sibTransId="{C0052217-B74C-4538-AE87-BD47C2E412C5}"/>
    <dgm:cxn modelId="{7B45B2C6-627F-4A89-8620-48BB1B3BCD29}" type="presOf" srcId="{6C6B82FB-6C64-4777-B66D-827DEFF6B22B}" destId="{ECF8B900-26E1-4D3E-AFB3-28F46CACA4CD}" srcOrd="0" destOrd="0" presId="urn:microsoft.com/office/officeart/2005/8/layout/vList2"/>
    <dgm:cxn modelId="{CDDAC1C7-B5EF-47CA-B6C3-6080FC1F4DDD}" srcId="{6528B30E-636F-4CE2-BA10-66ADC25D42DA}" destId="{BDABB97D-3FF4-4654-8D92-4D5F4927461E}" srcOrd="4" destOrd="0" parTransId="{3AA57172-515E-47B9-82C0-F4EB51E391F5}" sibTransId="{BBB499F8-1530-4B5E-B24B-F63AFADA69A2}"/>
    <dgm:cxn modelId="{0F9470E8-A1F6-4B2C-B9FA-BDC9DA1FE1BF}" srcId="{6528B30E-636F-4CE2-BA10-66ADC25D42DA}" destId="{F7DF03B3-02AB-4CA7-B328-C55D7F7C8CA3}" srcOrd="1" destOrd="0" parTransId="{EEC56901-C059-4C45-A5C7-8404566A3B7B}" sibTransId="{9A712FE4-B05A-492F-97AA-556EAC06B9E5}"/>
    <dgm:cxn modelId="{A9CAB6F9-FD7A-4267-8E09-73B8107A0CBE}" srcId="{6528B30E-636F-4CE2-BA10-66ADC25D42DA}" destId="{947422CF-8DED-4DD6-A1CB-141273876746}" srcOrd="7" destOrd="0" parTransId="{9AD4801C-E0D4-4988-B5CD-4715FC5FE2FA}" sibTransId="{2B7F6A44-352A-4635-9187-2A43307C7C74}"/>
    <dgm:cxn modelId="{FAE38012-B52B-4506-B32D-C86B9B2EE125}" type="presParOf" srcId="{3769DF78-AA86-46CB-8CDF-9BAA857AD202}" destId="{ECF8B900-26E1-4D3E-AFB3-28F46CACA4CD}" srcOrd="0" destOrd="0" presId="urn:microsoft.com/office/officeart/2005/8/layout/vList2"/>
    <dgm:cxn modelId="{EAA90745-C694-4AED-A3DB-7119787A2466}" type="presParOf" srcId="{3769DF78-AA86-46CB-8CDF-9BAA857AD202}" destId="{837BC198-1F7C-4FD0-A601-8AB52BA8635E}" srcOrd="1" destOrd="0" presId="urn:microsoft.com/office/officeart/2005/8/layout/vList2"/>
    <dgm:cxn modelId="{2414C90C-6550-4C06-8654-CAD53CCFAA8E}" type="presParOf" srcId="{3769DF78-AA86-46CB-8CDF-9BAA857AD202}" destId="{C80B7982-B235-4BB3-AF57-5906F878C833}" srcOrd="2" destOrd="0" presId="urn:microsoft.com/office/officeart/2005/8/layout/vList2"/>
    <dgm:cxn modelId="{7F4A6EDE-26DC-434A-9268-5B70A59D2552}" type="presParOf" srcId="{3769DF78-AA86-46CB-8CDF-9BAA857AD202}" destId="{F8035829-F242-4A08-95F6-20F1A39F5130}" srcOrd="3" destOrd="0" presId="urn:microsoft.com/office/officeart/2005/8/layout/vList2"/>
    <dgm:cxn modelId="{B1CE9890-303F-4E28-86AA-5A640AE466F4}" type="presParOf" srcId="{3769DF78-AA86-46CB-8CDF-9BAA857AD202}" destId="{A795EEE3-283C-4EB0-8351-7730CB2E56D4}" srcOrd="4" destOrd="0" presId="urn:microsoft.com/office/officeart/2005/8/layout/vList2"/>
    <dgm:cxn modelId="{F9ABC23D-70DF-4CD3-B462-EBD0001EAB78}" type="presParOf" srcId="{3769DF78-AA86-46CB-8CDF-9BAA857AD202}" destId="{1C1E0601-AF16-490B-9BEC-206D065B36D6}" srcOrd="5" destOrd="0" presId="urn:microsoft.com/office/officeart/2005/8/layout/vList2"/>
    <dgm:cxn modelId="{7E317CFB-A11D-46C7-8510-716C32F2C572}" type="presParOf" srcId="{3769DF78-AA86-46CB-8CDF-9BAA857AD202}" destId="{9EAC4AB3-AFD1-4366-A566-956D2CC19B94}" srcOrd="6" destOrd="0" presId="urn:microsoft.com/office/officeart/2005/8/layout/vList2"/>
    <dgm:cxn modelId="{C43A54A0-8F7D-4C31-AA49-B667E1A6C94C}" type="presParOf" srcId="{3769DF78-AA86-46CB-8CDF-9BAA857AD202}" destId="{8E4A76B6-669B-4620-AEB1-E26AF65D8C1B}" srcOrd="7" destOrd="0" presId="urn:microsoft.com/office/officeart/2005/8/layout/vList2"/>
    <dgm:cxn modelId="{DDA3C6E1-6FD8-4F9F-ADED-7AC6D11C2CF1}" type="presParOf" srcId="{3769DF78-AA86-46CB-8CDF-9BAA857AD202}" destId="{50F38F0F-E201-4A9D-B397-59F6D1A34B72}" srcOrd="8" destOrd="0" presId="urn:microsoft.com/office/officeart/2005/8/layout/vList2"/>
    <dgm:cxn modelId="{117304D9-1C78-4781-A373-33C6730D5085}" type="presParOf" srcId="{3769DF78-AA86-46CB-8CDF-9BAA857AD202}" destId="{F1793E70-804C-4F28-8A49-FA9C714B210D}" srcOrd="9" destOrd="0" presId="urn:microsoft.com/office/officeart/2005/8/layout/vList2"/>
    <dgm:cxn modelId="{42F4EC08-A908-4CCD-9192-9EF6238F892E}" type="presParOf" srcId="{3769DF78-AA86-46CB-8CDF-9BAA857AD202}" destId="{702EF105-0DF5-4626-9723-A6D545B7FDC5}" srcOrd="10" destOrd="0" presId="urn:microsoft.com/office/officeart/2005/8/layout/vList2"/>
    <dgm:cxn modelId="{BF5D5447-147C-45C0-A6DE-604580418D3B}" type="presParOf" srcId="{3769DF78-AA86-46CB-8CDF-9BAA857AD202}" destId="{90E27E1C-2C5B-4733-816A-A2342678DDF4}" srcOrd="11" destOrd="0" presId="urn:microsoft.com/office/officeart/2005/8/layout/vList2"/>
    <dgm:cxn modelId="{DF7B8518-6453-4BA1-B64B-EBD56AFF92EA}" type="presParOf" srcId="{3769DF78-AA86-46CB-8CDF-9BAA857AD202}" destId="{5EC73407-8C11-4985-AFE5-23D09DF1123D}" srcOrd="12" destOrd="0" presId="urn:microsoft.com/office/officeart/2005/8/layout/vList2"/>
    <dgm:cxn modelId="{E23F6AE1-2521-4075-BC2A-E6D0C062B506}" type="presParOf" srcId="{3769DF78-AA86-46CB-8CDF-9BAA857AD202}" destId="{97CF0462-7AF1-4ABF-8ED0-76E38BA91B62}" srcOrd="13" destOrd="0" presId="urn:microsoft.com/office/officeart/2005/8/layout/vList2"/>
    <dgm:cxn modelId="{ABB85720-67CD-40A6-B7D8-E1B922EAEEDE}" type="presParOf" srcId="{3769DF78-AA86-46CB-8CDF-9BAA857AD202}" destId="{41F9273D-C532-47F2-A0C9-7A07FD0196E5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27B3B0-E7C0-4CC0-82DB-95CADFF0352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3F825B6-7977-4D22-AE34-39DF30AC564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/>
            <a:t>Structural Patterns:</a:t>
          </a:r>
          <a:endParaRPr lang="en-US"/>
        </a:p>
      </dgm:t>
    </dgm:pt>
    <dgm:pt modelId="{B0BD2D94-E7AA-4045-A65A-C5AD08DD6BCA}" type="parTrans" cxnId="{621A5B94-9C95-478C-BC36-00418B502BE7}">
      <dgm:prSet/>
      <dgm:spPr/>
      <dgm:t>
        <a:bodyPr/>
        <a:lstStyle/>
        <a:p>
          <a:endParaRPr lang="en-US"/>
        </a:p>
      </dgm:t>
    </dgm:pt>
    <dgm:pt modelId="{C7717D7A-A91B-4043-B9E5-1595C45A9842}" type="sibTrans" cxnId="{621A5B94-9C95-478C-BC36-00418B502BE7}">
      <dgm:prSet/>
      <dgm:spPr/>
      <dgm:t>
        <a:bodyPr/>
        <a:lstStyle/>
        <a:p>
          <a:endParaRPr lang="en-US"/>
        </a:p>
      </dgm:t>
    </dgm:pt>
    <dgm:pt modelId="{3F74CFD5-CF9E-41BD-A0A9-FE3879B1024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Dependency Injection:</a:t>
          </a:r>
          <a:r>
            <a:rPr lang="en-GB"/>
            <a:t> Example: Passing repositories and validation strategies into classes like UserService (user_services.py).</a:t>
          </a:r>
          <a:endParaRPr lang="en-US"/>
        </a:p>
      </dgm:t>
    </dgm:pt>
    <dgm:pt modelId="{51147C1B-7FC0-49B9-A2E7-1F303A56DBE2}" type="parTrans" cxnId="{78B421AB-4C6F-44D3-8DE1-0ABAEDAD4E12}">
      <dgm:prSet/>
      <dgm:spPr/>
      <dgm:t>
        <a:bodyPr/>
        <a:lstStyle/>
        <a:p>
          <a:endParaRPr lang="en-US"/>
        </a:p>
      </dgm:t>
    </dgm:pt>
    <dgm:pt modelId="{30588C6A-1DA5-4648-8021-A5C5D0B22046}" type="sibTrans" cxnId="{78B421AB-4C6F-44D3-8DE1-0ABAEDAD4E12}">
      <dgm:prSet/>
      <dgm:spPr/>
      <dgm:t>
        <a:bodyPr/>
        <a:lstStyle/>
        <a:p>
          <a:endParaRPr lang="en-US"/>
        </a:p>
      </dgm:t>
    </dgm:pt>
    <dgm:pt modelId="{2C2A523D-CFB0-4370-BD26-EDDF651B545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Import from </a:t>
          </a:r>
          <a:r>
            <a:rPr lang="en-GB" b="1"/>
            <a:t>validators.py </a:t>
          </a:r>
          <a:r>
            <a:rPr lang="en-GB"/>
            <a:t>and </a:t>
          </a:r>
          <a:r>
            <a:rPr lang="en-GB" b="1"/>
            <a:t>strategies.py</a:t>
          </a:r>
          <a:endParaRPr lang="en-US"/>
        </a:p>
      </dgm:t>
    </dgm:pt>
    <dgm:pt modelId="{2A135DB8-15E1-478F-A6F5-7ADFFD7AEF72}" type="parTrans" cxnId="{6549CB56-1AA1-47D2-B853-0F09A76FDEA0}">
      <dgm:prSet/>
      <dgm:spPr/>
      <dgm:t>
        <a:bodyPr/>
        <a:lstStyle/>
        <a:p>
          <a:endParaRPr lang="en-US"/>
        </a:p>
      </dgm:t>
    </dgm:pt>
    <dgm:pt modelId="{A0D2D834-ACC1-43AB-A42C-06C88A5688A9}" type="sibTrans" cxnId="{6549CB56-1AA1-47D2-B853-0F09A76FDEA0}">
      <dgm:prSet/>
      <dgm:spPr/>
      <dgm:t>
        <a:bodyPr/>
        <a:lstStyle/>
        <a:p>
          <a:endParaRPr lang="en-US"/>
        </a:p>
      </dgm:t>
    </dgm:pt>
    <dgm:pt modelId="{11E74DA0-8A12-4EB3-921B-3D40782230C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/>
            <a:t>Behavioural Patterns:</a:t>
          </a:r>
          <a:endParaRPr lang="en-US"/>
        </a:p>
      </dgm:t>
    </dgm:pt>
    <dgm:pt modelId="{893E09E5-9171-4576-978A-AF49823FDE4D}" type="parTrans" cxnId="{452C3A1E-C729-4CF4-85DC-75440B8E4948}">
      <dgm:prSet/>
      <dgm:spPr/>
      <dgm:t>
        <a:bodyPr/>
        <a:lstStyle/>
        <a:p>
          <a:endParaRPr lang="en-US"/>
        </a:p>
      </dgm:t>
    </dgm:pt>
    <dgm:pt modelId="{D8B3FFCF-125F-4EB5-A995-61D74A4D7FD6}" type="sibTrans" cxnId="{452C3A1E-C729-4CF4-85DC-75440B8E4948}">
      <dgm:prSet/>
      <dgm:spPr/>
      <dgm:t>
        <a:bodyPr/>
        <a:lstStyle/>
        <a:p>
          <a:endParaRPr lang="en-US"/>
        </a:p>
      </dgm:t>
    </dgm:pt>
    <dgm:pt modelId="{BE5ADDDC-C80B-444B-8764-35ABEC71388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Strategy Pattern:</a:t>
          </a:r>
          <a:r>
            <a:rPr lang="en-GB"/>
            <a:t> Provides flexibility for password validation (e.g., BasicPasswordValidationStrategy vs StrongPasswordValidationStrategy) in </a:t>
          </a:r>
          <a:r>
            <a:rPr lang="en-GB" b="1"/>
            <a:t>strategies.py</a:t>
          </a:r>
          <a:endParaRPr lang="en-US"/>
        </a:p>
      </dgm:t>
    </dgm:pt>
    <dgm:pt modelId="{EBC42D90-340E-48C6-A768-FDFCD8672DD0}" type="parTrans" cxnId="{FEFDF17D-3CD5-484C-87EA-8554F108A3F9}">
      <dgm:prSet/>
      <dgm:spPr/>
      <dgm:t>
        <a:bodyPr/>
        <a:lstStyle/>
        <a:p>
          <a:endParaRPr lang="en-US"/>
        </a:p>
      </dgm:t>
    </dgm:pt>
    <dgm:pt modelId="{B9957913-912E-49FB-8026-96AAD54C7820}" type="sibTrans" cxnId="{FEFDF17D-3CD5-484C-87EA-8554F108A3F9}">
      <dgm:prSet/>
      <dgm:spPr/>
      <dgm:t>
        <a:bodyPr/>
        <a:lstStyle/>
        <a:p>
          <a:endParaRPr lang="en-US"/>
        </a:p>
      </dgm:t>
    </dgm:pt>
    <dgm:pt modelId="{379F77E5-F4C0-45D6-B778-9587AF4DFBEC}" type="pres">
      <dgm:prSet presAssocID="{DE27B3B0-E7C0-4CC0-82DB-95CADFF03522}" presName="root" presStyleCnt="0">
        <dgm:presLayoutVars>
          <dgm:dir/>
          <dgm:resizeHandles val="exact"/>
        </dgm:presLayoutVars>
      </dgm:prSet>
      <dgm:spPr/>
    </dgm:pt>
    <dgm:pt modelId="{398CEE94-A13D-49E7-A12B-8B59F479D6F2}" type="pres">
      <dgm:prSet presAssocID="{C3F825B6-7977-4D22-AE34-39DF30AC5646}" presName="compNode" presStyleCnt="0"/>
      <dgm:spPr/>
    </dgm:pt>
    <dgm:pt modelId="{6E396763-1885-4A4B-A3F0-6251C24C6B3A}" type="pres">
      <dgm:prSet presAssocID="{C3F825B6-7977-4D22-AE34-39DF30AC564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5B5681D-232F-42FB-910B-367DECD53818}" type="pres">
      <dgm:prSet presAssocID="{C3F825B6-7977-4D22-AE34-39DF30AC5646}" presName="iconSpace" presStyleCnt="0"/>
      <dgm:spPr/>
    </dgm:pt>
    <dgm:pt modelId="{F76CBFC3-67F1-4A4F-877D-AB05CF46F71E}" type="pres">
      <dgm:prSet presAssocID="{C3F825B6-7977-4D22-AE34-39DF30AC5646}" presName="parTx" presStyleLbl="revTx" presStyleIdx="0" presStyleCnt="4">
        <dgm:presLayoutVars>
          <dgm:chMax val="0"/>
          <dgm:chPref val="0"/>
        </dgm:presLayoutVars>
      </dgm:prSet>
      <dgm:spPr/>
    </dgm:pt>
    <dgm:pt modelId="{84BBC7DE-EB72-4804-A3C5-50405AE60F39}" type="pres">
      <dgm:prSet presAssocID="{C3F825B6-7977-4D22-AE34-39DF30AC5646}" presName="txSpace" presStyleCnt="0"/>
      <dgm:spPr/>
    </dgm:pt>
    <dgm:pt modelId="{33680163-3DFC-4820-8375-C606B6A85806}" type="pres">
      <dgm:prSet presAssocID="{C3F825B6-7977-4D22-AE34-39DF30AC5646}" presName="desTx" presStyleLbl="revTx" presStyleIdx="1" presStyleCnt="4">
        <dgm:presLayoutVars/>
      </dgm:prSet>
      <dgm:spPr/>
    </dgm:pt>
    <dgm:pt modelId="{80CBC422-AF37-434B-B098-F25B4D4B7D7E}" type="pres">
      <dgm:prSet presAssocID="{C7717D7A-A91B-4043-B9E5-1595C45A9842}" presName="sibTrans" presStyleCnt="0"/>
      <dgm:spPr/>
    </dgm:pt>
    <dgm:pt modelId="{6EBA27AA-BDAA-46D1-AA77-FB89DA001568}" type="pres">
      <dgm:prSet presAssocID="{11E74DA0-8A12-4EB3-921B-3D40782230C8}" presName="compNode" presStyleCnt="0"/>
      <dgm:spPr/>
    </dgm:pt>
    <dgm:pt modelId="{D11FE42F-B93E-4937-B00B-68394D94E3BF}" type="pres">
      <dgm:prSet presAssocID="{11E74DA0-8A12-4EB3-921B-3D40782230C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4A4D8662-AD6E-44E5-BD57-C7CEF56C5791}" type="pres">
      <dgm:prSet presAssocID="{11E74DA0-8A12-4EB3-921B-3D40782230C8}" presName="iconSpace" presStyleCnt="0"/>
      <dgm:spPr/>
    </dgm:pt>
    <dgm:pt modelId="{00F9E2EE-46FD-49EF-9669-7AEC195953B4}" type="pres">
      <dgm:prSet presAssocID="{11E74DA0-8A12-4EB3-921B-3D40782230C8}" presName="parTx" presStyleLbl="revTx" presStyleIdx="2" presStyleCnt="4">
        <dgm:presLayoutVars>
          <dgm:chMax val="0"/>
          <dgm:chPref val="0"/>
        </dgm:presLayoutVars>
      </dgm:prSet>
      <dgm:spPr/>
    </dgm:pt>
    <dgm:pt modelId="{1A101A25-773E-457D-911C-BE84C8C5F3B3}" type="pres">
      <dgm:prSet presAssocID="{11E74DA0-8A12-4EB3-921B-3D40782230C8}" presName="txSpace" presStyleCnt="0"/>
      <dgm:spPr/>
    </dgm:pt>
    <dgm:pt modelId="{4238F52B-F43A-4629-9FA6-13EE8135B50A}" type="pres">
      <dgm:prSet presAssocID="{11E74DA0-8A12-4EB3-921B-3D40782230C8}" presName="desTx" presStyleLbl="revTx" presStyleIdx="3" presStyleCnt="4">
        <dgm:presLayoutVars/>
      </dgm:prSet>
      <dgm:spPr/>
    </dgm:pt>
  </dgm:ptLst>
  <dgm:cxnLst>
    <dgm:cxn modelId="{DA327604-2720-4923-8DB4-A8E7B452C3FD}" type="presOf" srcId="{11E74DA0-8A12-4EB3-921B-3D40782230C8}" destId="{00F9E2EE-46FD-49EF-9669-7AEC195953B4}" srcOrd="0" destOrd="0" presId="urn:microsoft.com/office/officeart/2018/2/layout/IconLabelDescriptionList"/>
    <dgm:cxn modelId="{452C3A1E-C729-4CF4-85DC-75440B8E4948}" srcId="{DE27B3B0-E7C0-4CC0-82DB-95CADFF03522}" destId="{11E74DA0-8A12-4EB3-921B-3D40782230C8}" srcOrd="1" destOrd="0" parTransId="{893E09E5-9171-4576-978A-AF49823FDE4D}" sibTransId="{D8B3FFCF-125F-4EB5-A995-61D74A4D7FD6}"/>
    <dgm:cxn modelId="{622BB93B-868E-4C4E-84B7-B63095E966A5}" type="presOf" srcId="{3F74CFD5-CF9E-41BD-A0A9-FE3879B1024D}" destId="{33680163-3DFC-4820-8375-C606B6A85806}" srcOrd="0" destOrd="0" presId="urn:microsoft.com/office/officeart/2018/2/layout/IconLabelDescriptionList"/>
    <dgm:cxn modelId="{1CB6516C-13F8-4C96-9FE2-1992523E1009}" type="presOf" srcId="{DE27B3B0-E7C0-4CC0-82DB-95CADFF03522}" destId="{379F77E5-F4C0-45D6-B778-9587AF4DFBEC}" srcOrd="0" destOrd="0" presId="urn:microsoft.com/office/officeart/2018/2/layout/IconLabelDescriptionList"/>
    <dgm:cxn modelId="{57399B6C-D204-424B-8598-B304461B2181}" type="presOf" srcId="{BE5ADDDC-C80B-444B-8764-35ABEC71388A}" destId="{4238F52B-F43A-4629-9FA6-13EE8135B50A}" srcOrd="0" destOrd="0" presId="urn:microsoft.com/office/officeart/2018/2/layout/IconLabelDescriptionList"/>
    <dgm:cxn modelId="{6549CB56-1AA1-47D2-B853-0F09A76FDEA0}" srcId="{C3F825B6-7977-4D22-AE34-39DF30AC5646}" destId="{2C2A523D-CFB0-4370-BD26-EDDF651B5453}" srcOrd="1" destOrd="0" parTransId="{2A135DB8-15E1-478F-A6F5-7ADFFD7AEF72}" sibTransId="{A0D2D834-ACC1-43AB-A42C-06C88A5688A9}"/>
    <dgm:cxn modelId="{FEFDF17D-3CD5-484C-87EA-8554F108A3F9}" srcId="{11E74DA0-8A12-4EB3-921B-3D40782230C8}" destId="{BE5ADDDC-C80B-444B-8764-35ABEC71388A}" srcOrd="0" destOrd="0" parTransId="{EBC42D90-340E-48C6-A768-FDFCD8672DD0}" sibTransId="{B9957913-912E-49FB-8026-96AAD54C7820}"/>
    <dgm:cxn modelId="{621A5B94-9C95-478C-BC36-00418B502BE7}" srcId="{DE27B3B0-E7C0-4CC0-82DB-95CADFF03522}" destId="{C3F825B6-7977-4D22-AE34-39DF30AC5646}" srcOrd="0" destOrd="0" parTransId="{B0BD2D94-E7AA-4045-A65A-C5AD08DD6BCA}" sibTransId="{C7717D7A-A91B-4043-B9E5-1595C45A9842}"/>
    <dgm:cxn modelId="{78B421AB-4C6F-44D3-8DE1-0ABAEDAD4E12}" srcId="{C3F825B6-7977-4D22-AE34-39DF30AC5646}" destId="{3F74CFD5-CF9E-41BD-A0A9-FE3879B1024D}" srcOrd="0" destOrd="0" parTransId="{51147C1B-7FC0-49B9-A2E7-1F303A56DBE2}" sibTransId="{30588C6A-1DA5-4648-8021-A5C5D0B22046}"/>
    <dgm:cxn modelId="{F83A89B5-F7AC-47C7-9637-EFFC9B088FF9}" type="presOf" srcId="{C3F825B6-7977-4D22-AE34-39DF30AC5646}" destId="{F76CBFC3-67F1-4A4F-877D-AB05CF46F71E}" srcOrd="0" destOrd="0" presId="urn:microsoft.com/office/officeart/2018/2/layout/IconLabelDescriptionList"/>
    <dgm:cxn modelId="{7B7BEAD5-0720-4512-A8C4-165358187E26}" type="presOf" srcId="{2C2A523D-CFB0-4370-BD26-EDDF651B5453}" destId="{33680163-3DFC-4820-8375-C606B6A85806}" srcOrd="0" destOrd="1" presId="urn:microsoft.com/office/officeart/2018/2/layout/IconLabelDescriptionList"/>
    <dgm:cxn modelId="{2A8D5C55-9413-4BD0-A76B-257843FF4751}" type="presParOf" srcId="{379F77E5-F4C0-45D6-B778-9587AF4DFBEC}" destId="{398CEE94-A13D-49E7-A12B-8B59F479D6F2}" srcOrd="0" destOrd="0" presId="urn:microsoft.com/office/officeart/2018/2/layout/IconLabelDescriptionList"/>
    <dgm:cxn modelId="{6FD3C95A-6F16-4A30-8506-7F9839576893}" type="presParOf" srcId="{398CEE94-A13D-49E7-A12B-8B59F479D6F2}" destId="{6E396763-1885-4A4B-A3F0-6251C24C6B3A}" srcOrd="0" destOrd="0" presId="urn:microsoft.com/office/officeart/2018/2/layout/IconLabelDescriptionList"/>
    <dgm:cxn modelId="{2A3053BA-041D-4BA6-A445-F839943AA938}" type="presParOf" srcId="{398CEE94-A13D-49E7-A12B-8B59F479D6F2}" destId="{05B5681D-232F-42FB-910B-367DECD53818}" srcOrd="1" destOrd="0" presId="urn:microsoft.com/office/officeart/2018/2/layout/IconLabelDescriptionList"/>
    <dgm:cxn modelId="{6AFE492C-0397-441A-BFD6-61F8EEE05F65}" type="presParOf" srcId="{398CEE94-A13D-49E7-A12B-8B59F479D6F2}" destId="{F76CBFC3-67F1-4A4F-877D-AB05CF46F71E}" srcOrd="2" destOrd="0" presId="urn:microsoft.com/office/officeart/2018/2/layout/IconLabelDescriptionList"/>
    <dgm:cxn modelId="{EB7AE6DB-9081-493E-93B8-C3CCD7DEA937}" type="presParOf" srcId="{398CEE94-A13D-49E7-A12B-8B59F479D6F2}" destId="{84BBC7DE-EB72-4804-A3C5-50405AE60F39}" srcOrd="3" destOrd="0" presId="urn:microsoft.com/office/officeart/2018/2/layout/IconLabelDescriptionList"/>
    <dgm:cxn modelId="{3685A09C-5244-431A-B20D-D4A06149D024}" type="presParOf" srcId="{398CEE94-A13D-49E7-A12B-8B59F479D6F2}" destId="{33680163-3DFC-4820-8375-C606B6A85806}" srcOrd="4" destOrd="0" presId="urn:microsoft.com/office/officeart/2018/2/layout/IconLabelDescriptionList"/>
    <dgm:cxn modelId="{E90B301B-BED3-4612-881A-9D4027138796}" type="presParOf" srcId="{379F77E5-F4C0-45D6-B778-9587AF4DFBEC}" destId="{80CBC422-AF37-434B-B098-F25B4D4B7D7E}" srcOrd="1" destOrd="0" presId="urn:microsoft.com/office/officeart/2018/2/layout/IconLabelDescriptionList"/>
    <dgm:cxn modelId="{64421F28-73D3-4995-A3BF-EA6326054DFA}" type="presParOf" srcId="{379F77E5-F4C0-45D6-B778-9587AF4DFBEC}" destId="{6EBA27AA-BDAA-46D1-AA77-FB89DA001568}" srcOrd="2" destOrd="0" presId="urn:microsoft.com/office/officeart/2018/2/layout/IconLabelDescriptionList"/>
    <dgm:cxn modelId="{54DB73D7-36FD-4493-897F-E9EA3D62932D}" type="presParOf" srcId="{6EBA27AA-BDAA-46D1-AA77-FB89DA001568}" destId="{D11FE42F-B93E-4937-B00B-68394D94E3BF}" srcOrd="0" destOrd="0" presId="urn:microsoft.com/office/officeart/2018/2/layout/IconLabelDescriptionList"/>
    <dgm:cxn modelId="{0BED0C1E-AF4C-43CC-80B1-A25EE0ADC85E}" type="presParOf" srcId="{6EBA27AA-BDAA-46D1-AA77-FB89DA001568}" destId="{4A4D8662-AD6E-44E5-BD57-C7CEF56C5791}" srcOrd="1" destOrd="0" presId="urn:microsoft.com/office/officeart/2018/2/layout/IconLabelDescriptionList"/>
    <dgm:cxn modelId="{E7048E2C-E513-4A6D-B907-2445EBA11142}" type="presParOf" srcId="{6EBA27AA-BDAA-46D1-AA77-FB89DA001568}" destId="{00F9E2EE-46FD-49EF-9669-7AEC195953B4}" srcOrd="2" destOrd="0" presId="urn:microsoft.com/office/officeart/2018/2/layout/IconLabelDescriptionList"/>
    <dgm:cxn modelId="{8757D566-72B2-4BD4-8F59-5370BD3F4136}" type="presParOf" srcId="{6EBA27AA-BDAA-46D1-AA77-FB89DA001568}" destId="{1A101A25-773E-457D-911C-BE84C8C5F3B3}" srcOrd="3" destOrd="0" presId="urn:microsoft.com/office/officeart/2018/2/layout/IconLabelDescriptionList"/>
    <dgm:cxn modelId="{591AAAAE-02A6-4581-814F-C95AC940A14F}" type="presParOf" srcId="{6EBA27AA-BDAA-46D1-AA77-FB89DA001568}" destId="{4238F52B-F43A-4629-9FA6-13EE8135B50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83DEF9F-CBC0-4553-A94A-3BB1D0FC5A8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3_2" csCatId="accent3" phldr="1"/>
      <dgm:spPr/>
      <dgm:t>
        <a:bodyPr/>
        <a:lstStyle/>
        <a:p>
          <a:endParaRPr lang="en-US"/>
        </a:p>
      </dgm:t>
    </dgm:pt>
    <dgm:pt modelId="{85BEF15A-4BAF-4112-8701-5F45C7832B9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Input Validation: </a:t>
          </a:r>
          <a:r>
            <a:rPr lang="en-GB" b="1"/>
            <a:t>validators.py</a:t>
          </a:r>
          <a:endParaRPr lang="en-US"/>
        </a:p>
      </dgm:t>
    </dgm:pt>
    <dgm:pt modelId="{FA2569F9-F4CA-45F0-A39F-3B5B2ECDBE1F}" type="parTrans" cxnId="{9213DDEF-CBEE-4173-8031-68B25EDBEDC4}">
      <dgm:prSet/>
      <dgm:spPr/>
      <dgm:t>
        <a:bodyPr/>
        <a:lstStyle/>
        <a:p>
          <a:endParaRPr lang="en-US"/>
        </a:p>
      </dgm:t>
    </dgm:pt>
    <dgm:pt modelId="{3B594EA1-F225-4E1F-968E-822BBE5F56A6}" type="sibTrans" cxnId="{9213DDEF-CBEE-4173-8031-68B25EDBEDC4}">
      <dgm:prSet/>
      <dgm:spPr/>
      <dgm:t>
        <a:bodyPr/>
        <a:lstStyle/>
        <a:p>
          <a:endParaRPr lang="en-US"/>
        </a:p>
      </dgm:t>
    </dgm:pt>
    <dgm:pt modelId="{425599B1-ED58-4CFD-9E09-73AC97BEF9D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i="1"/>
            <a:t>validate_email() </a:t>
          </a:r>
          <a:r>
            <a:rPr lang="en-GB"/>
            <a:t>and </a:t>
          </a:r>
          <a:r>
            <a:rPr lang="en-GB" b="1" i="1"/>
            <a:t>validate_password() </a:t>
          </a:r>
          <a:r>
            <a:rPr lang="en-GB"/>
            <a:t>prevent invalid data entry.</a:t>
          </a:r>
          <a:endParaRPr lang="en-US"/>
        </a:p>
      </dgm:t>
    </dgm:pt>
    <dgm:pt modelId="{FFCDC874-8454-4E01-8D65-64259F47167A}" type="parTrans" cxnId="{58DAF829-A4ED-4F27-A4E9-C8DC96CD8088}">
      <dgm:prSet/>
      <dgm:spPr/>
      <dgm:t>
        <a:bodyPr/>
        <a:lstStyle/>
        <a:p>
          <a:endParaRPr lang="en-US"/>
        </a:p>
      </dgm:t>
    </dgm:pt>
    <dgm:pt modelId="{912E4DF1-87A6-461F-BC28-9EFE5F611128}" type="sibTrans" cxnId="{58DAF829-A4ED-4F27-A4E9-C8DC96CD8088}">
      <dgm:prSet/>
      <dgm:spPr/>
      <dgm:t>
        <a:bodyPr/>
        <a:lstStyle/>
        <a:p>
          <a:endParaRPr lang="en-US"/>
        </a:p>
      </dgm:t>
    </dgm:pt>
    <dgm:pt modelId="{6B191E8A-F1CC-408F-BBEC-3F6CCEE4F53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i="1"/>
            <a:t>sanitize_input() </a:t>
          </a:r>
          <a:r>
            <a:rPr lang="en-GB"/>
            <a:t>avoids injection attacks.</a:t>
          </a:r>
          <a:endParaRPr lang="en-US"/>
        </a:p>
      </dgm:t>
    </dgm:pt>
    <dgm:pt modelId="{3FB838A5-8280-4BF7-A7F8-3093DB0131B5}" type="parTrans" cxnId="{3A3BB6A4-F724-426B-B6DF-97194B9589F4}">
      <dgm:prSet/>
      <dgm:spPr/>
      <dgm:t>
        <a:bodyPr/>
        <a:lstStyle/>
        <a:p>
          <a:endParaRPr lang="en-US"/>
        </a:p>
      </dgm:t>
    </dgm:pt>
    <dgm:pt modelId="{87451211-CBCD-42E2-85CB-0361E0D67728}" type="sibTrans" cxnId="{3A3BB6A4-F724-426B-B6DF-97194B9589F4}">
      <dgm:prSet/>
      <dgm:spPr/>
      <dgm:t>
        <a:bodyPr/>
        <a:lstStyle/>
        <a:p>
          <a:endParaRPr lang="en-US"/>
        </a:p>
      </dgm:t>
    </dgm:pt>
    <dgm:pt modelId="{F3153539-2B12-47B5-B124-8EBB908DAE1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Authentication:</a:t>
          </a:r>
          <a:endParaRPr lang="en-US"/>
        </a:p>
      </dgm:t>
    </dgm:pt>
    <dgm:pt modelId="{C5C80666-1592-45BF-BAFB-4D1BD2F13098}" type="parTrans" cxnId="{9BA8F046-1238-4840-A25A-1104E694E7CD}">
      <dgm:prSet/>
      <dgm:spPr/>
      <dgm:t>
        <a:bodyPr/>
        <a:lstStyle/>
        <a:p>
          <a:endParaRPr lang="en-US"/>
        </a:p>
      </dgm:t>
    </dgm:pt>
    <dgm:pt modelId="{CDE56D58-5DA7-4426-86EC-8AB1C79DF9D9}" type="sibTrans" cxnId="{9BA8F046-1238-4840-A25A-1104E694E7CD}">
      <dgm:prSet/>
      <dgm:spPr/>
      <dgm:t>
        <a:bodyPr/>
        <a:lstStyle/>
        <a:p>
          <a:endParaRPr lang="en-US"/>
        </a:p>
      </dgm:t>
    </dgm:pt>
    <dgm:pt modelId="{9A5C4B98-1244-448C-9024-17B010BE0F2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Secure password hashing with </a:t>
          </a:r>
          <a:r>
            <a:rPr lang="en-GB" b="1" i="1"/>
            <a:t>bcrypt</a:t>
          </a:r>
          <a:r>
            <a:rPr lang="en-GB"/>
            <a:t> (</a:t>
          </a:r>
          <a:r>
            <a:rPr lang="en-GB" i="1"/>
            <a:t>user_service.py</a:t>
          </a:r>
          <a:r>
            <a:rPr lang="en-GB"/>
            <a:t>)</a:t>
          </a:r>
          <a:endParaRPr lang="en-US"/>
        </a:p>
      </dgm:t>
    </dgm:pt>
    <dgm:pt modelId="{3B301C26-722B-486B-84C2-E76AF19A9CD7}" type="parTrans" cxnId="{545C0674-81CA-4630-8302-3B2F68FD46D9}">
      <dgm:prSet/>
      <dgm:spPr/>
      <dgm:t>
        <a:bodyPr/>
        <a:lstStyle/>
        <a:p>
          <a:endParaRPr lang="en-US"/>
        </a:p>
      </dgm:t>
    </dgm:pt>
    <dgm:pt modelId="{66724EA0-83D7-4525-9314-EF65F81A98F8}" type="sibTrans" cxnId="{545C0674-81CA-4630-8302-3B2F68FD46D9}">
      <dgm:prSet/>
      <dgm:spPr/>
      <dgm:t>
        <a:bodyPr/>
        <a:lstStyle/>
        <a:p>
          <a:endParaRPr lang="en-US"/>
        </a:p>
      </dgm:t>
    </dgm:pt>
    <dgm:pt modelId="{FA497A3E-C92B-4234-B41B-7BE992BEA8A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Exception Handling:</a:t>
          </a:r>
          <a:endParaRPr lang="en-US"/>
        </a:p>
      </dgm:t>
    </dgm:pt>
    <dgm:pt modelId="{A045F733-0722-493B-9710-DC995BB9539A}" type="parTrans" cxnId="{50C2601E-5B68-4A4C-8EA8-D1456ABE5CBF}">
      <dgm:prSet/>
      <dgm:spPr/>
      <dgm:t>
        <a:bodyPr/>
        <a:lstStyle/>
        <a:p>
          <a:endParaRPr lang="en-US"/>
        </a:p>
      </dgm:t>
    </dgm:pt>
    <dgm:pt modelId="{F41744EB-9E7D-4BB8-97C5-2A0E4145ABBB}" type="sibTrans" cxnId="{50C2601E-5B68-4A4C-8EA8-D1456ABE5CBF}">
      <dgm:prSet/>
      <dgm:spPr/>
      <dgm:t>
        <a:bodyPr/>
        <a:lstStyle/>
        <a:p>
          <a:endParaRPr lang="en-US"/>
        </a:p>
      </dgm:t>
    </dgm:pt>
    <dgm:pt modelId="{607F96AD-4E78-48D5-A6A3-372E2069034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Comprehensive error handling ensures fault tolerance (</a:t>
          </a:r>
          <a:r>
            <a:rPr lang="en-GB" i="1"/>
            <a:t>validators.py</a:t>
          </a:r>
          <a:r>
            <a:rPr lang="en-GB"/>
            <a:t>).</a:t>
          </a:r>
          <a:endParaRPr lang="en-US"/>
        </a:p>
      </dgm:t>
    </dgm:pt>
    <dgm:pt modelId="{43D3E1A0-5B17-4E5E-8BD0-B946EE1EACBF}" type="parTrans" cxnId="{7690FD81-8B27-4B93-B0F9-164DF2323DC9}">
      <dgm:prSet/>
      <dgm:spPr/>
      <dgm:t>
        <a:bodyPr/>
        <a:lstStyle/>
        <a:p>
          <a:endParaRPr lang="en-US"/>
        </a:p>
      </dgm:t>
    </dgm:pt>
    <dgm:pt modelId="{0B03CB83-952F-4387-8744-E5433326FCC1}" type="sibTrans" cxnId="{7690FD81-8B27-4B93-B0F9-164DF2323DC9}">
      <dgm:prSet/>
      <dgm:spPr/>
      <dgm:t>
        <a:bodyPr/>
        <a:lstStyle/>
        <a:p>
          <a:endParaRPr lang="en-US"/>
        </a:p>
      </dgm:t>
    </dgm:pt>
    <dgm:pt modelId="{B0D72BDC-ABC2-4A6F-A26A-BA30A9633F97}" type="pres">
      <dgm:prSet presAssocID="{783DEF9F-CBC0-4553-A94A-3BB1D0FC5A81}" presName="root" presStyleCnt="0">
        <dgm:presLayoutVars>
          <dgm:dir/>
          <dgm:resizeHandles val="exact"/>
        </dgm:presLayoutVars>
      </dgm:prSet>
      <dgm:spPr/>
    </dgm:pt>
    <dgm:pt modelId="{B0A755F0-5E8E-4918-B453-9387B954B0E9}" type="pres">
      <dgm:prSet presAssocID="{85BEF15A-4BAF-4112-8701-5F45C7832B92}" presName="compNode" presStyleCnt="0"/>
      <dgm:spPr/>
    </dgm:pt>
    <dgm:pt modelId="{CEF7CB18-E718-483F-9965-21ADDA7FE516}" type="pres">
      <dgm:prSet presAssocID="{85BEF15A-4BAF-4112-8701-5F45C7832B92}" presName="bgRect" presStyleLbl="bgShp" presStyleIdx="0" presStyleCnt="7"/>
      <dgm:spPr/>
    </dgm:pt>
    <dgm:pt modelId="{B1887C6C-A76B-450E-A521-8F3ECD818C0D}" type="pres">
      <dgm:prSet presAssocID="{85BEF15A-4BAF-4112-8701-5F45C7832B92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56AE2BC-F914-4018-A89D-4F3A1201214E}" type="pres">
      <dgm:prSet presAssocID="{85BEF15A-4BAF-4112-8701-5F45C7832B92}" presName="spaceRect" presStyleCnt="0"/>
      <dgm:spPr/>
    </dgm:pt>
    <dgm:pt modelId="{436A1F48-7FB6-4D01-9289-C1E8180DD210}" type="pres">
      <dgm:prSet presAssocID="{85BEF15A-4BAF-4112-8701-5F45C7832B92}" presName="parTx" presStyleLbl="revTx" presStyleIdx="0" presStyleCnt="7">
        <dgm:presLayoutVars>
          <dgm:chMax val="0"/>
          <dgm:chPref val="0"/>
        </dgm:presLayoutVars>
      </dgm:prSet>
      <dgm:spPr/>
    </dgm:pt>
    <dgm:pt modelId="{6F43CFAB-1F66-4046-90F0-377DDDF3D2FD}" type="pres">
      <dgm:prSet presAssocID="{3B594EA1-F225-4E1F-968E-822BBE5F56A6}" presName="sibTrans" presStyleCnt="0"/>
      <dgm:spPr/>
    </dgm:pt>
    <dgm:pt modelId="{52EE604E-197B-4A08-831A-C3960B8364E3}" type="pres">
      <dgm:prSet presAssocID="{425599B1-ED58-4CFD-9E09-73AC97BEF9D8}" presName="compNode" presStyleCnt="0"/>
      <dgm:spPr/>
    </dgm:pt>
    <dgm:pt modelId="{ABDFA79D-E87C-46EC-A2D8-86169EA96A9E}" type="pres">
      <dgm:prSet presAssocID="{425599B1-ED58-4CFD-9E09-73AC97BEF9D8}" presName="bgRect" presStyleLbl="bgShp" presStyleIdx="1" presStyleCnt="7"/>
      <dgm:spPr/>
    </dgm:pt>
    <dgm:pt modelId="{EC16B959-2B20-463B-80AC-307578FDDB69}" type="pres">
      <dgm:prSet presAssocID="{425599B1-ED58-4CFD-9E09-73AC97BEF9D8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3577ADB6-1BD3-467C-8982-593C2D1706E2}" type="pres">
      <dgm:prSet presAssocID="{425599B1-ED58-4CFD-9E09-73AC97BEF9D8}" presName="spaceRect" presStyleCnt="0"/>
      <dgm:spPr/>
    </dgm:pt>
    <dgm:pt modelId="{E779F897-49E6-439E-B2ED-7584F59112BA}" type="pres">
      <dgm:prSet presAssocID="{425599B1-ED58-4CFD-9E09-73AC97BEF9D8}" presName="parTx" presStyleLbl="revTx" presStyleIdx="1" presStyleCnt="7">
        <dgm:presLayoutVars>
          <dgm:chMax val="0"/>
          <dgm:chPref val="0"/>
        </dgm:presLayoutVars>
      </dgm:prSet>
      <dgm:spPr/>
    </dgm:pt>
    <dgm:pt modelId="{F5E7DCBD-7FF5-424D-AC53-C79FBF98EE9A}" type="pres">
      <dgm:prSet presAssocID="{912E4DF1-87A6-461F-BC28-9EFE5F611128}" presName="sibTrans" presStyleCnt="0"/>
      <dgm:spPr/>
    </dgm:pt>
    <dgm:pt modelId="{5385A70C-F419-423E-A9C8-014063812895}" type="pres">
      <dgm:prSet presAssocID="{6B191E8A-F1CC-408F-BBEC-3F6CCEE4F53E}" presName="compNode" presStyleCnt="0"/>
      <dgm:spPr/>
    </dgm:pt>
    <dgm:pt modelId="{817BA95E-4EFD-4ABF-BCCC-774D2DF622F4}" type="pres">
      <dgm:prSet presAssocID="{6B191E8A-F1CC-408F-BBEC-3F6CCEE4F53E}" presName="bgRect" presStyleLbl="bgShp" presStyleIdx="2" presStyleCnt="7"/>
      <dgm:spPr/>
    </dgm:pt>
    <dgm:pt modelId="{FB7E2CC4-140E-4396-842B-3A1E127E6E31}" type="pres">
      <dgm:prSet presAssocID="{6B191E8A-F1CC-408F-BBEC-3F6CCEE4F53E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5E4CC43A-6605-4E16-A335-66F5F4B9AD06}" type="pres">
      <dgm:prSet presAssocID="{6B191E8A-F1CC-408F-BBEC-3F6CCEE4F53E}" presName="spaceRect" presStyleCnt="0"/>
      <dgm:spPr/>
    </dgm:pt>
    <dgm:pt modelId="{76883A04-6749-4A76-8824-00FE82FFAADF}" type="pres">
      <dgm:prSet presAssocID="{6B191E8A-F1CC-408F-BBEC-3F6CCEE4F53E}" presName="parTx" presStyleLbl="revTx" presStyleIdx="2" presStyleCnt="7">
        <dgm:presLayoutVars>
          <dgm:chMax val="0"/>
          <dgm:chPref val="0"/>
        </dgm:presLayoutVars>
      </dgm:prSet>
      <dgm:spPr/>
    </dgm:pt>
    <dgm:pt modelId="{6A3226F8-781B-4A6F-9E27-7F613DF088AD}" type="pres">
      <dgm:prSet presAssocID="{87451211-CBCD-42E2-85CB-0361E0D67728}" presName="sibTrans" presStyleCnt="0"/>
      <dgm:spPr/>
    </dgm:pt>
    <dgm:pt modelId="{F05AC05A-54C7-4747-A38A-11519216A241}" type="pres">
      <dgm:prSet presAssocID="{F3153539-2B12-47B5-B124-8EBB908DAE1F}" presName="compNode" presStyleCnt="0"/>
      <dgm:spPr/>
    </dgm:pt>
    <dgm:pt modelId="{08362042-97EA-4107-B920-15D99E16DA91}" type="pres">
      <dgm:prSet presAssocID="{F3153539-2B12-47B5-B124-8EBB908DAE1F}" presName="bgRect" presStyleLbl="bgShp" presStyleIdx="3" presStyleCnt="7"/>
      <dgm:spPr/>
    </dgm:pt>
    <dgm:pt modelId="{398D768C-155D-4876-8074-573CE2DDC801}" type="pres">
      <dgm:prSet presAssocID="{F3153539-2B12-47B5-B124-8EBB908DAE1F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4E3FFF6F-B681-40E0-A367-74D154D94353}" type="pres">
      <dgm:prSet presAssocID="{F3153539-2B12-47B5-B124-8EBB908DAE1F}" presName="spaceRect" presStyleCnt="0"/>
      <dgm:spPr/>
    </dgm:pt>
    <dgm:pt modelId="{F7F7E504-DD69-406E-96ED-2C24832B9DD4}" type="pres">
      <dgm:prSet presAssocID="{F3153539-2B12-47B5-B124-8EBB908DAE1F}" presName="parTx" presStyleLbl="revTx" presStyleIdx="3" presStyleCnt="7">
        <dgm:presLayoutVars>
          <dgm:chMax val="0"/>
          <dgm:chPref val="0"/>
        </dgm:presLayoutVars>
      </dgm:prSet>
      <dgm:spPr/>
    </dgm:pt>
    <dgm:pt modelId="{13F61B23-40CA-4086-84A3-E3929946357A}" type="pres">
      <dgm:prSet presAssocID="{CDE56D58-5DA7-4426-86EC-8AB1C79DF9D9}" presName="sibTrans" presStyleCnt="0"/>
      <dgm:spPr/>
    </dgm:pt>
    <dgm:pt modelId="{C93C8951-DEE6-4C89-B673-BB126E5F6348}" type="pres">
      <dgm:prSet presAssocID="{9A5C4B98-1244-448C-9024-17B010BE0F2A}" presName="compNode" presStyleCnt="0"/>
      <dgm:spPr/>
    </dgm:pt>
    <dgm:pt modelId="{5E61EFC6-5EF1-4020-92D6-6277A439C331}" type="pres">
      <dgm:prSet presAssocID="{9A5C4B98-1244-448C-9024-17B010BE0F2A}" presName="bgRect" presStyleLbl="bgShp" presStyleIdx="4" presStyleCnt="7"/>
      <dgm:spPr/>
    </dgm:pt>
    <dgm:pt modelId="{B72C10D8-E1CB-4ADD-9117-C29B98864604}" type="pres">
      <dgm:prSet presAssocID="{9A5C4B98-1244-448C-9024-17B010BE0F2A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EED3EAC-8CF8-4014-8B7F-3C5A4157FB9D}" type="pres">
      <dgm:prSet presAssocID="{9A5C4B98-1244-448C-9024-17B010BE0F2A}" presName="spaceRect" presStyleCnt="0"/>
      <dgm:spPr/>
    </dgm:pt>
    <dgm:pt modelId="{F45128E6-EC00-458D-BA44-EBAF19B01E04}" type="pres">
      <dgm:prSet presAssocID="{9A5C4B98-1244-448C-9024-17B010BE0F2A}" presName="parTx" presStyleLbl="revTx" presStyleIdx="4" presStyleCnt="7">
        <dgm:presLayoutVars>
          <dgm:chMax val="0"/>
          <dgm:chPref val="0"/>
        </dgm:presLayoutVars>
      </dgm:prSet>
      <dgm:spPr/>
    </dgm:pt>
    <dgm:pt modelId="{6D37E01E-D422-4799-A0CE-918806FB7EC4}" type="pres">
      <dgm:prSet presAssocID="{66724EA0-83D7-4525-9314-EF65F81A98F8}" presName="sibTrans" presStyleCnt="0"/>
      <dgm:spPr/>
    </dgm:pt>
    <dgm:pt modelId="{D954DE9E-0C44-44A9-B575-18329BA33FDB}" type="pres">
      <dgm:prSet presAssocID="{FA497A3E-C92B-4234-B41B-7BE992BEA8AF}" presName="compNode" presStyleCnt="0"/>
      <dgm:spPr/>
    </dgm:pt>
    <dgm:pt modelId="{3E81E1B7-9D92-49A9-AF21-BD96CE9AE8A5}" type="pres">
      <dgm:prSet presAssocID="{FA497A3E-C92B-4234-B41B-7BE992BEA8AF}" presName="bgRect" presStyleLbl="bgShp" presStyleIdx="5" presStyleCnt="7"/>
      <dgm:spPr/>
    </dgm:pt>
    <dgm:pt modelId="{5CD02E79-683C-4A8F-916A-E9F5660511E6}" type="pres">
      <dgm:prSet presAssocID="{FA497A3E-C92B-4234-B41B-7BE992BEA8AF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lot"/>
        </a:ext>
      </dgm:extLst>
    </dgm:pt>
    <dgm:pt modelId="{6D4162AF-35AD-49B6-8828-D41BD02D95B1}" type="pres">
      <dgm:prSet presAssocID="{FA497A3E-C92B-4234-B41B-7BE992BEA8AF}" presName="spaceRect" presStyleCnt="0"/>
      <dgm:spPr/>
    </dgm:pt>
    <dgm:pt modelId="{36831303-B760-48CF-BFBB-C51F241CD3DD}" type="pres">
      <dgm:prSet presAssocID="{FA497A3E-C92B-4234-B41B-7BE992BEA8AF}" presName="parTx" presStyleLbl="revTx" presStyleIdx="5" presStyleCnt="7">
        <dgm:presLayoutVars>
          <dgm:chMax val="0"/>
          <dgm:chPref val="0"/>
        </dgm:presLayoutVars>
      </dgm:prSet>
      <dgm:spPr/>
    </dgm:pt>
    <dgm:pt modelId="{E4E851D2-1CFA-49C5-8BD9-AA976C96CE3D}" type="pres">
      <dgm:prSet presAssocID="{F41744EB-9E7D-4BB8-97C5-2A0E4145ABBB}" presName="sibTrans" presStyleCnt="0"/>
      <dgm:spPr/>
    </dgm:pt>
    <dgm:pt modelId="{DC9EC96B-7635-4E82-8195-BE0D2B733D60}" type="pres">
      <dgm:prSet presAssocID="{607F96AD-4E78-48D5-A6A3-372E20690348}" presName="compNode" presStyleCnt="0"/>
      <dgm:spPr/>
    </dgm:pt>
    <dgm:pt modelId="{88F28853-948A-4796-976F-6E4CDB5C319F}" type="pres">
      <dgm:prSet presAssocID="{607F96AD-4E78-48D5-A6A3-372E20690348}" presName="bgRect" presStyleLbl="bgShp" presStyleIdx="6" presStyleCnt="7"/>
      <dgm:spPr/>
    </dgm:pt>
    <dgm:pt modelId="{55C7444F-5A2C-4671-8644-B5A44837CD26}" type="pres">
      <dgm:prSet presAssocID="{607F96AD-4E78-48D5-A6A3-372E20690348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E6E8991-0051-45FE-AD86-78960CC5B453}" type="pres">
      <dgm:prSet presAssocID="{607F96AD-4E78-48D5-A6A3-372E20690348}" presName="spaceRect" presStyleCnt="0"/>
      <dgm:spPr/>
    </dgm:pt>
    <dgm:pt modelId="{B2FD9D66-0CCB-4B02-A174-4923BB51AF8D}" type="pres">
      <dgm:prSet presAssocID="{607F96AD-4E78-48D5-A6A3-372E2069034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45098F0C-6FBB-4BEF-AB1B-5D31C3D5BCED}" type="presOf" srcId="{425599B1-ED58-4CFD-9E09-73AC97BEF9D8}" destId="{E779F897-49E6-439E-B2ED-7584F59112BA}" srcOrd="0" destOrd="0" presId="urn:microsoft.com/office/officeart/2018/2/layout/IconVerticalSolidList"/>
    <dgm:cxn modelId="{50C2601E-5B68-4A4C-8EA8-D1456ABE5CBF}" srcId="{783DEF9F-CBC0-4553-A94A-3BB1D0FC5A81}" destId="{FA497A3E-C92B-4234-B41B-7BE992BEA8AF}" srcOrd="5" destOrd="0" parTransId="{A045F733-0722-493B-9710-DC995BB9539A}" sibTransId="{F41744EB-9E7D-4BB8-97C5-2A0E4145ABBB}"/>
    <dgm:cxn modelId="{E0A47020-B150-43F4-AF0E-B05DEDB89447}" type="presOf" srcId="{9A5C4B98-1244-448C-9024-17B010BE0F2A}" destId="{F45128E6-EC00-458D-BA44-EBAF19B01E04}" srcOrd="0" destOrd="0" presId="urn:microsoft.com/office/officeart/2018/2/layout/IconVerticalSolidList"/>
    <dgm:cxn modelId="{58DAF829-A4ED-4F27-A4E9-C8DC96CD8088}" srcId="{783DEF9F-CBC0-4553-A94A-3BB1D0FC5A81}" destId="{425599B1-ED58-4CFD-9E09-73AC97BEF9D8}" srcOrd="1" destOrd="0" parTransId="{FFCDC874-8454-4E01-8D65-64259F47167A}" sibTransId="{912E4DF1-87A6-461F-BC28-9EFE5F611128}"/>
    <dgm:cxn modelId="{9BA8F046-1238-4840-A25A-1104E694E7CD}" srcId="{783DEF9F-CBC0-4553-A94A-3BB1D0FC5A81}" destId="{F3153539-2B12-47B5-B124-8EBB908DAE1F}" srcOrd="3" destOrd="0" parTransId="{C5C80666-1592-45BF-BAFB-4D1BD2F13098}" sibTransId="{CDE56D58-5DA7-4426-86EC-8AB1C79DF9D9}"/>
    <dgm:cxn modelId="{C764266A-C8B4-4749-BEF8-139DD5DCD124}" type="presOf" srcId="{6B191E8A-F1CC-408F-BBEC-3F6CCEE4F53E}" destId="{76883A04-6749-4A76-8824-00FE82FFAADF}" srcOrd="0" destOrd="0" presId="urn:microsoft.com/office/officeart/2018/2/layout/IconVerticalSolidList"/>
    <dgm:cxn modelId="{545C0674-81CA-4630-8302-3B2F68FD46D9}" srcId="{783DEF9F-CBC0-4553-A94A-3BB1D0FC5A81}" destId="{9A5C4B98-1244-448C-9024-17B010BE0F2A}" srcOrd="4" destOrd="0" parTransId="{3B301C26-722B-486B-84C2-E76AF19A9CD7}" sibTransId="{66724EA0-83D7-4525-9314-EF65F81A98F8}"/>
    <dgm:cxn modelId="{C0AC9C5A-2F44-4D37-9330-3C096839A0F2}" type="presOf" srcId="{85BEF15A-4BAF-4112-8701-5F45C7832B92}" destId="{436A1F48-7FB6-4D01-9289-C1E8180DD210}" srcOrd="0" destOrd="0" presId="urn:microsoft.com/office/officeart/2018/2/layout/IconVerticalSolidList"/>
    <dgm:cxn modelId="{EDDEEE7E-1467-42E3-B5FA-41E589CD9D97}" type="presOf" srcId="{783DEF9F-CBC0-4553-A94A-3BB1D0FC5A81}" destId="{B0D72BDC-ABC2-4A6F-A26A-BA30A9633F97}" srcOrd="0" destOrd="0" presId="urn:microsoft.com/office/officeart/2018/2/layout/IconVerticalSolidList"/>
    <dgm:cxn modelId="{7690FD81-8B27-4B93-B0F9-164DF2323DC9}" srcId="{783DEF9F-CBC0-4553-A94A-3BB1D0FC5A81}" destId="{607F96AD-4E78-48D5-A6A3-372E20690348}" srcOrd="6" destOrd="0" parTransId="{43D3E1A0-5B17-4E5E-8BD0-B946EE1EACBF}" sibTransId="{0B03CB83-952F-4387-8744-E5433326FCC1}"/>
    <dgm:cxn modelId="{3A3BB6A4-F724-426B-B6DF-97194B9589F4}" srcId="{783DEF9F-CBC0-4553-A94A-3BB1D0FC5A81}" destId="{6B191E8A-F1CC-408F-BBEC-3F6CCEE4F53E}" srcOrd="2" destOrd="0" parTransId="{3FB838A5-8280-4BF7-A7F8-3093DB0131B5}" sibTransId="{87451211-CBCD-42E2-85CB-0361E0D67728}"/>
    <dgm:cxn modelId="{F8E43AA8-AEE6-4451-89F0-E774B37485C7}" type="presOf" srcId="{FA497A3E-C92B-4234-B41B-7BE992BEA8AF}" destId="{36831303-B760-48CF-BFBB-C51F241CD3DD}" srcOrd="0" destOrd="0" presId="urn:microsoft.com/office/officeart/2018/2/layout/IconVerticalSolidList"/>
    <dgm:cxn modelId="{65BC24D9-69D8-4144-8739-56E20914D024}" type="presOf" srcId="{607F96AD-4E78-48D5-A6A3-372E20690348}" destId="{B2FD9D66-0CCB-4B02-A174-4923BB51AF8D}" srcOrd="0" destOrd="0" presId="urn:microsoft.com/office/officeart/2018/2/layout/IconVerticalSolidList"/>
    <dgm:cxn modelId="{9213DDEF-CBEE-4173-8031-68B25EDBEDC4}" srcId="{783DEF9F-CBC0-4553-A94A-3BB1D0FC5A81}" destId="{85BEF15A-4BAF-4112-8701-5F45C7832B92}" srcOrd="0" destOrd="0" parTransId="{FA2569F9-F4CA-45F0-A39F-3B5B2ECDBE1F}" sibTransId="{3B594EA1-F225-4E1F-968E-822BBE5F56A6}"/>
    <dgm:cxn modelId="{C3DB57F5-BCC0-4544-A12F-DBBC3DF7C7CE}" type="presOf" srcId="{F3153539-2B12-47B5-B124-8EBB908DAE1F}" destId="{F7F7E504-DD69-406E-96ED-2C24832B9DD4}" srcOrd="0" destOrd="0" presId="urn:microsoft.com/office/officeart/2018/2/layout/IconVerticalSolidList"/>
    <dgm:cxn modelId="{DCDBBB40-532B-4258-97E2-4A5B153610CC}" type="presParOf" srcId="{B0D72BDC-ABC2-4A6F-A26A-BA30A9633F97}" destId="{B0A755F0-5E8E-4918-B453-9387B954B0E9}" srcOrd="0" destOrd="0" presId="urn:microsoft.com/office/officeart/2018/2/layout/IconVerticalSolidList"/>
    <dgm:cxn modelId="{F664F24F-8850-4507-BB4F-A18446E15F1A}" type="presParOf" srcId="{B0A755F0-5E8E-4918-B453-9387B954B0E9}" destId="{CEF7CB18-E718-483F-9965-21ADDA7FE516}" srcOrd="0" destOrd="0" presId="urn:microsoft.com/office/officeart/2018/2/layout/IconVerticalSolidList"/>
    <dgm:cxn modelId="{B733BFCC-3E85-418B-8C30-1E7368E6E919}" type="presParOf" srcId="{B0A755F0-5E8E-4918-B453-9387B954B0E9}" destId="{B1887C6C-A76B-450E-A521-8F3ECD818C0D}" srcOrd="1" destOrd="0" presId="urn:microsoft.com/office/officeart/2018/2/layout/IconVerticalSolidList"/>
    <dgm:cxn modelId="{E6E7511C-CB29-4EC1-917E-4077E7C59AC6}" type="presParOf" srcId="{B0A755F0-5E8E-4918-B453-9387B954B0E9}" destId="{D56AE2BC-F914-4018-A89D-4F3A1201214E}" srcOrd="2" destOrd="0" presId="urn:microsoft.com/office/officeart/2018/2/layout/IconVerticalSolidList"/>
    <dgm:cxn modelId="{66640491-BE34-4E3A-A6F8-F2E8E4845680}" type="presParOf" srcId="{B0A755F0-5E8E-4918-B453-9387B954B0E9}" destId="{436A1F48-7FB6-4D01-9289-C1E8180DD210}" srcOrd="3" destOrd="0" presId="urn:microsoft.com/office/officeart/2018/2/layout/IconVerticalSolidList"/>
    <dgm:cxn modelId="{29220664-0B13-49FE-A6FB-1B33EF307797}" type="presParOf" srcId="{B0D72BDC-ABC2-4A6F-A26A-BA30A9633F97}" destId="{6F43CFAB-1F66-4046-90F0-377DDDF3D2FD}" srcOrd="1" destOrd="0" presId="urn:microsoft.com/office/officeart/2018/2/layout/IconVerticalSolidList"/>
    <dgm:cxn modelId="{4901C364-67CF-4833-B40F-0367159CF858}" type="presParOf" srcId="{B0D72BDC-ABC2-4A6F-A26A-BA30A9633F97}" destId="{52EE604E-197B-4A08-831A-C3960B8364E3}" srcOrd="2" destOrd="0" presId="urn:microsoft.com/office/officeart/2018/2/layout/IconVerticalSolidList"/>
    <dgm:cxn modelId="{CC0F4061-92F8-4D7E-8C73-A9CBB86C6168}" type="presParOf" srcId="{52EE604E-197B-4A08-831A-C3960B8364E3}" destId="{ABDFA79D-E87C-46EC-A2D8-86169EA96A9E}" srcOrd="0" destOrd="0" presId="urn:microsoft.com/office/officeart/2018/2/layout/IconVerticalSolidList"/>
    <dgm:cxn modelId="{D9B6E48B-AD3A-43CD-876D-EB7D0DD3E685}" type="presParOf" srcId="{52EE604E-197B-4A08-831A-C3960B8364E3}" destId="{EC16B959-2B20-463B-80AC-307578FDDB69}" srcOrd="1" destOrd="0" presId="urn:microsoft.com/office/officeart/2018/2/layout/IconVerticalSolidList"/>
    <dgm:cxn modelId="{9BA8A750-39B0-41D8-8BD1-7227664BD4D1}" type="presParOf" srcId="{52EE604E-197B-4A08-831A-C3960B8364E3}" destId="{3577ADB6-1BD3-467C-8982-593C2D1706E2}" srcOrd="2" destOrd="0" presId="urn:microsoft.com/office/officeart/2018/2/layout/IconVerticalSolidList"/>
    <dgm:cxn modelId="{B33594FB-B146-4286-9F4B-4174BCE55A69}" type="presParOf" srcId="{52EE604E-197B-4A08-831A-C3960B8364E3}" destId="{E779F897-49E6-439E-B2ED-7584F59112BA}" srcOrd="3" destOrd="0" presId="urn:microsoft.com/office/officeart/2018/2/layout/IconVerticalSolidList"/>
    <dgm:cxn modelId="{311BD981-B07F-4C68-B3B4-6B8FDC5FC4FF}" type="presParOf" srcId="{B0D72BDC-ABC2-4A6F-A26A-BA30A9633F97}" destId="{F5E7DCBD-7FF5-424D-AC53-C79FBF98EE9A}" srcOrd="3" destOrd="0" presId="urn:microsoft.com/office/officeart/2018/2/layout/IconVerticalSolidList"/>
    <dgm:cxn modelId="{096931A1-A627-44C5-9A5B-96C356317180}" type="presParOf" srcId="{B0D72BDC-ABC2-4A6F-A26A-BA30A9633F97}" destId="{5385A70C-F419-423E-A9C8-014063812895}" srcOrd="4" destOrd="0" presId="urn:microsoft.com/office/officeart/2018/2/layout/IconVerticalSolidList"/>
    <dgm:cxn modelId="{FB3568CD-091E-4C3F-9D19-EAD9A4BA0355}" type="presParOf" srcId="{5385A70C-F419-423E-A9C8-014063812895}" destId="{817BA95E-4EFD-4ABF-BCCC-774D2DF622F4}" srcOrd="0" destOrd="0" presId="urn:microsoft.com/office/officeart/2018/2/layout/IconVerticalSolidList"/>
    <dgm:cxn modelId="{A6E15251-79BB-48BE-91A6-C1BAD9225163}" type="presParOf" srcId="{5385A70C-F419-423E-A9C8-014063812895}" destId="{FB7E2CC4-140E-4396-842B-3A1E127E6E31}" srcOrd="1" destOrd="0" presId="urn:microsoft.com/office/officeart/2018/2/layout/IconVerticalSolidList"/>
    <dgm:cxn modelId="{3809DED4-1418-4CDE-90D9-8E8C6C19BED3}" type="presParOf" srcId="{5385A70C-F419-423E-A9C8-014063812895}" destId="{5E4CC43A-6605-4E16-A335-66F5F4B9AD06}" srcOrd="2" destOrd="0" presId="urn:microsoft.com/office/officeart/2018/2/layout/IconVerticalSolidList"/>
    <dgm:cxn modelId="{C6AC7D71-9100-4C90-BE8B-372A02154312}" type="presParOf" srcId="{5385A70C-F419-423E-A9C8-014063812895}" destId="{76883A04-6749-4A76-8824-00FE82FFAADF}" srcOrd="3" destOrd="0" presId="urn:microsoft.com/office/officeart/2018/2/layout/IconVerticalSolidList"/>
    <dgm:cxn modelId="{A29D4A9F-F9A7-4603-A302-F8EF731F800C}" type="presParOf" srcId="{B0D72BDC-ABC2-4A6F-A26A-BA30A9633F97}" destId="{6A3226F8-781B-4A6F-9E27-7F613DF088AD}" srcOrd="5" destOrd="0" presId="urn:microsoft.com/office/officeart/2018/2/layout/IconVerticalSolidList"/>
    <dgm:cxn modelId="{A3294231-1A2A-4BF9-AD35-F3D43D9AEDEB}" type="presParOf" srcId="{B0D72BDC-ABC2-4A6F-A26A-BA30A9633F97}" destId="{F05AC05A-54C7-4747-A38A-11519216A241}" srcOrd="6" destOrd="0" presId="urn:microsoft.com/office/officeart/2018/2/layout/IconVerticalSolidList"/>
    <dgm:cxn modelId="{7133FD30-3EA1-4D2F-80F7-1BB68C870F50}" type="presParOf" srcId="{F05AC05A-54C7-4747-A38A-11519216A241}" destId="{08362042-97EA-4107-B920-15D99E16DA91}" srcOrd="0" destOrd="0" presId="urn:microsoft.com/office/officeart/2018/2/layout/IconVerticalSolidList"/>
    <dgm:cxn modelId="{5773EA9D-5DFF-4412-81E5-0134AB5EBCD9}" type="presParOf" srcId="{F05AC05A-54C7-4747-A38A-11519216A241}" destId="{398D768C-155D-4876-8074-573CE2DDC801}" srcOrd="1" destOrd="0" presId="urn:microsoft.com/office/officeart/2018/2/layout/IconVerticalSolidList"/>
    <dgm:cxn modelId="{5284FC81-4B60-4597-A019-6FCDE848D503}" type="presParOf" srcId="{F05AC05A-54C7-4747-A38A-11519216A241}" destId="{4E3FFF6F-B681-40E0-A367-74D154D94353}" srcOrd="2" destOrd="0" presId="urn:microsoft.com/office/officeart/2018/2/layout/IconVerticalSolidList"/>
    <dgm:cxn modelId="{1E6F3B7F-7868-4094-902C-121A8C4B7F29}" type="presParOf" srcId="{F05AC05A-54C7-4747-A38A-11519216A241}" destId="{F7F7E504-DD69-406E-96ED-2C24832B9DD4}" srcOrd="3" destOrd="0" presId="urn:microsoft.com/office/officeart/2018/2/layout/IconVerticalSolidList"/>
    <dgm:cxn modelId="{2683ECC1-5D16-4EAC-875C-97520631E2F0}" type="presParOf" srcId="{B0D72BDC-ABC2-4A6F-A26A-BA30A9633F97}" destId="{13F61B23-40CA-4086-84A3-E3929946357A}" srcOrd="7" destOrd="0" presId="urn:microsoft.com/office/officeart/2018/2/layout/IconVerticalSolidList"/>
    <dgm:cxn modelId="{0F1206CA-2711-40E0-8BD9-42A7FF9A0EA9}" type="presParOf" srcId="{B0D72BDC-ABC2-4A6F-A26A-BA30A9633F97}" destId="{C93C8951-DEE6-4C89-B673-BB126E5F6348}" srcOrd="8" destOrd="0" presId="urn:microsoft.com/office/officeart/2018/2/layout/IconVerticalSolidList"/>
    <dgm:cxn modelId="{712F4D54-3E09-4314-A99C-88785A29D70A}" type="presParOf" srcId="{C93C8951-DEE6-4C89-B673-BB126E5F6348}" destId="{5E61EFC6-5EF1-4020-92D6-6277A439C331}" srcOrd="0" destOrd="0" presId="urn:microsoft.com/office/officeart/2018/2/layout/IconVerticalSolidList"/>
    <dgm:cxn modelId="{014B24E4-824A-4783-96EC-446E60AAFF51}" type="presParOf" srcId="{C93C8951-DEE6-4C89-B673-BB126E5F6348}" destId="{B72C10D8-E1CB-4ADD-9117-C29B98864604}" srcOrd="1" destOrd="0" presId="urn:microsoft.com/office/officeart/2018/2/layout/IconVerticalSolidList"/>
    <dgm:cxn modelId="{4BB85A2F-C1FF-45B3-B15E-885B190B3E85}" type="presParOf" srcId="{C93C8951-DEE6-4C89-B673-BB126E5F6348}" destId="{8EED3EAC-8CF8-4014-8B7F-3C5A4157FB9D}" srcOrd="2" destOrd="0" presId="urn:microsoft.com/office/officeart/2018/2/layout/IconVerticalSolidList"/>
    <dgm:cxn modelId="{C154C3F0-7D9A-46D5-9CB6-1F71569BDADB}" type="presParOf" srcId="{C93C8951-DEE6-4C89-B673-BB126E5F6348}" destId="{F45128E6-EC00-458D-BA44-EBAF19B01E04}" srcOrd="3" destOrd="0" presId="urn:microsoft.com/office/officeart/2018/2/layout/IconVerticalSolidList"/>
    <dgm:cxn modelId="{033E4E8D-97E1-46E4-B765-5CFC2EFC322B}" type="presParOf" srcId="{B0D72BDC-ABC2-4A6F-A26A-BA30A9633F97}" destId="{6D37E01E-D422-4799-A0CE-918806FB7EC4}" srcOrd="9" destOrd="0" presId="urn:microsoft.com/office/officeart/2018/2/layout/IconVerticalSolidList"/>
    <dgm:cxn modelId="{A1833831-A90A-4E98-B967-47562319ABF6}" type="presParOf" srcId="{B0D72BDC-ABC2-4A6F-A26A-BA30A9633F97}" destId="{D954DE9E-0C44-44A9-B575-18329BA33FDB}" srcOrd="10" destOrd="0" presId="urn:microsoft.com/office/officeart/2018/2/layout/IconVerticalSolidList"/>
    <dgm:cxn modelId="{7854E60B-6D08-4EE6-A245-447917C6EE4F}" type="presParOf" srcId="{D954DE9E-0C44-44A9-B575-18329BA33FDB}" destId="{3E81E1B7-9D92-49A9-AF21-BD96CE9AE8A5}" srcOrd="0" destOrd="0" presId="urn:microsoft.com/office/officeart/2018/2/layout/IconVerticalSolidList"/>
    <dgm:cxn modelId="{069014E9-354D-45B8-AEE1-494F6EB369AA}" type="presParOf" srcId="{D954DE9E-0C44-44A9-B575-18329BA33FDB}" destId="{5CD02E79-683C-4A8F-916A-E9F5660511E6}" srcOrd="1" destOrd="0" presId="urn:microsoft.com/office/officeart/2018/2/layout/IconVerticalSolidList"/>
    <dgm:cxn modelId="{CEC11637-89EB-4323-8711-DD390F976A2E}" type="presParOf" srcId="{D954DE9E-0C44-44A9-B575-18329BA33FDB}" destId="{6D4162AF-35AD-49B6-8828-D41BD02D95B1}" srcOrd="2" destOrd="0" presId="urn:microsoft.com/office/officeart/2018/2/layout/IconVerticalSolidList"/>
    <dgm:cxn modelId="{170457C0-F061-4D88-9209-50578C0143BD}" type="presParOf" srcId="{D954DE9E-0C44-44A9-B575-18329BA33FDB}" destId="{36831303-B760-48CF-BFBB-C51F241CD3DD}" srcOrd="3" destOrd="0" presId="urn:microsoft.com/office/officeart/2018/2/layout/IconVerticalSolidList"/>
    <dgm:cxn modelId="{85EEE864-9252-41C1-8A85-576653C07881}" type="presParOf" srcId="{B0D72BDC-ABC2-4A6F-A26A-BA30A9633F97}" destId="{E4E851D2-1CFA-49C5-8BD9-AA976C96CE3D}" srcOrd="11" destOrd="0" presId="urn:microsoft.com/office/officeart/2018/2/layout/IconVerticalSolidList"/>
    <dgm:cxn modelId="{4EB98670-B5EC-4259-A01F-A846F79CB6A4}" type="presParOf" srcId="{B0D72BDC-ABC2-4A6F-A26A-BA30A9633F97}" destId="{DC9EC96B-7635-4E82-8195-BE0D2B733D60}" srcOrd="12" destOrd="0" presId="urn:microsoft.com/office/officeart/2018/2/layout/IconVerticalSolidList"/>
    <dgm:cxn modelId="{FA808B3D-2D13-4D08-96AC-11F0E9BCE534}" type="presParOf" srcId="{DC9EC96B-7635-4E82-8195-BE0D2B733D60}" destId="{88F28853-948A-4796-976F-6E4CDB5C319F}" srcOrd="0" destOrd="0" presId="urn:microsoft.com/office/officeart/2018/2/layout/IconVerticalSolidList"/>
    <dgm:cxn modelId="{2EC29F21-94DC-44C4-A4F3-BA3DC53FABFB}" type="presParOf" srcId="{DC9EC96B-7635-4E82-8195-BE0D2B733D60}" destId="{55C7444F-5A2C-4671-8644-B5A44837CD26}" srcOrd="1" destOrd="0" presId="urn:microsoft.com/office/officeart/2018/2/layout/IconVerticalSolidList"/>
    <dgm:cxn modelId="{1B73D881-07C3-4926-B79B-DFF4F2280766}" type="presParOf" srcId="{DC9EC96B-7635-4E82-8195-BE0D2B733D60}" destId="{7E6E8991-0051-45FE-AD86-78960CC5B453}" srcOrd="2" destOrd="0" presId="urn:microsoft.com/office/officeart/2018/2/layout/IconVerticalSolidList"/>
    <dgm:cxn modelId="{FD253070-CB9E-40D6-92B5-82B4BA77684D}" type="presParOf" srcId="{DC9EC96B-7635-4E82-8195-BE0D2B733D60}" destId="{B2FD9D66-0CCB-4B02-A174-4923BB51AF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788FD6-1485-4365-9457-EA0E1DA7EFCE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16BED9D-EA0E-4A52-A7A0-46A8AFADD732}">
      <dgm:prSet/>
      <dgm:spPr/>
      <dgm:t>
        <a:bodyPr/>
        <a:lstStyle/>
        <a:p>
          <a:r>
            <a:rPr lang="en-US"/>
            <a:t>Overview:</a:t>
          </a:r>
        </a:p>
      </dgm:t>
    </dgm:pt>
    <dgm:pt modelId="{F8656130-F773-4FF5-9C45-CF791871F643}" type="parTrans" cxnId="{7CB499CE-28E7-44F8-9684-05338633EED5}">
      <dgm:prSet/>
      <dgm:spPr/>
      <dgm:t>
        <a:bodyPr/>
        <a:lstStyle/>
        <a:p>
          <a:endParaRPr lang="en-US"/>
        </a:p>
      </dgm:t>
    </dgm:pt>
    <dgm:pt modelId="{92589BCF-37C4-4595-8A6C-3C102FF84E9D}" type="sibTrans" cxnId="{7CB499CE-28E7-44F8-9684-05338633EED5}">
      <dgm:prSet/>
      <dgm:spPr/>
      <dgm:t>
        <a:bodyPr/>
        <a:lstStyle/>
        <a:p>
          <a:endParaRPr lang="en-US"/>
        </a:p>
      </dgm:t>
    </dgm:pt>
    <dgm:pt modelId="{2D497D6C-19EE-4CE3-9CDC-8169E44F9BED}">
      <dgm:prSet/>
      <dgm:spPr/>
      <dgm:t>
        <a:bodyPr/>
        <a:lstStyle/>
        <a:p>
          <a:r>
            <a:rPr lang="en-US" b="1"/>
            <a:t>Step 1</a:t>
          </a:r>
          <a:r>
            <a:rPr lang="en-US"/>
            <a:t>: User Registration</a:t>
          </a:r>
        </a:p>
      </dgm:t>
    </dgm:pt>
    <dgm:pt modelId="{5FA0D8B9-38DC-4EF1-9019-5EEF89A2C920}" type="parTrans" cxnId="{23C798E0-D920-4902-A1B3-41F0789E7855}">
      <dgm:prSet/>
      <dgm:spPr/>
      <dgm:t>
        <a:bodyPr/>
        <a:lstStyle/>
        <a:p>
          <a:endParaRPr lang="en-US"/>
        </a:p>
      </dgm:t>
    </dgm:pt>
    <dgm:pt modelId="{23DA45C8-D921-476B-95C7-66794BF31BAD}" type="sibTrans" cxnId="{23C798E0-D920-4902-A1B3-41F0789E7855}">
      <dgm:prSet/>
      <dgm:spPr/>
      <dgm:t>
        <a:bodyPr/>
        <a:lstStyle/>
        <a:p>
          <a:endParaRPr lang="en-US"/>
        </a:p>
      </dgm:t>
    </dgm:pt>
    <dgm:pt modelId="{6F9A250D-AC41-4A31-9D19-ADE1D8C4E4EE}">
      <dgm:prSet/>
      <dgm:spPr/>
      <dgm:t>
        <a:bodyPr/>
        <a:lstStyle/>
        <a:p>
          <a:r>
            <a:rPr lang="en-US" b="1"/>
            <a:t>Step 2</a:t>
          </a:r>
          <a:r>
            <a:rPr lang="en-US"/>
            <a:t>: User Login </a:t>
          </a:r>
        </a:p>
      </dgm:t>
    </dgm:pt>
    <dgm:pt modelId="{A0044EDE-9B9B-49FC-A752-4A90009B0563}" type="parTrans" cxnId="{E0ADB79B-7A31-40C3-BB8C-79239E80F20B}">
      <dgm:prSet/>
      <dgm:spPr/>
      <dgm:t>
        <a:bodyPr/>
        <a:lstStyle/>
        <a:p>
          <a:endParaRPr lang="en-US"/>
        </a:p>
      </dgm:t>
    </dgm:pt>
    <dgm:pt modelId="{41852230-3EAE-454B-9459-870A07C1E340}" type="sibTrans" cxnId="{E0ADB79B-7A31-40C3-BB8C-79239E80F20B}">
      <dgm:prSet/>
      <dgm:spPr/>
      <dgm:t>
        <a:bodyPr/>
        <a:lstStyle/>
        <a:p>
          <a:endParaRPr lang="en-US"/>
        </a:p>
      </dgm:t>
    </dgm:pt>
    <dgm:pt modelId="{3C7D36AF-20E2-4A6F-B121-301F542428D6}">
      <dgm:prSet/>
      <dgm:spPr/>
      <dgm:t>
        <a:bodyPr/>
        <a:lstStyle/>
        <a:p>
          <a:r>
            <a:rPr lang="en-US" b="1"/>
            <a:t>Step 3</a:t>
          </a:r>
          <a:r>
            <a:rPr lang="en-US"/>
            <a:t>: Add Products to Store</a:t>
          </a:r>
        </a:p>
      </dgm:t>
    </dgm:pt>
    <dgm:pt modelId="{82844296-2527-48EA-95BD-A715C9FAD440}" type="parTrans" cxnId="{BDAD81C9-8047-45A5-B6C2-33FA4CC50F1F}">
      <dgm:prSet/>
      <dgm:spPr/>
      <dgm:t>
        <a:bodyPr/>
        <a:lstStyle/>
        <a:p>
          <a:endParaRPr lang="en-US"/>
        </a:p>
      </dgm:t>
    </dgm:pt>
    <dgm:pt modelId="{0B9352CF-DF79-40AB-AB51-67B835F981A7}" type="sibTrans" cxnId="{BDAD81C9-8047-45A5-B6C2-33FA4CC50F1F}">
      <dgm:prSet/>
      <dgm:spPr/>
      <dgm:t>
        <a:bodyPr/>
        <a:lstStyle/>
        <a:p>
          <a:endParaRPr lang="en-US"/>
        </a:p>
      </dgm:t>
    </dgm:pt>
    <dgm:pt modelId="{0E967B99-53E4-49DA-B600-0D80E6FBA493}">
      <dgm:prSet/>
      <dgm:spPr/>
      <dgm:t>
        <a:bodyPr/>
        <a:lstStyle/>
        <a:p>
          <a:r>
            <a:rPr lang="en-US" b="1"/>
            <a:t>Step 4</a:t>
          </a:r>
          <a:r>
            <a:rPr lang="en-US"/>
            <a:t>: View Available Products</a:t>
          </a:r>
        </a:p>
      </dgm:t>
    </dgm:pt>
    <dgm:pt modelId="{5910AAFB-C55D-4485-9F24-489D125BF16D}" type="parTrans" cxnId="{9B0F999F-FFE4-40BB-AB42-269C68C0F564}">
      <dgm:prSet/>
      <dgm:spPr/>
      <dgm:t>
        <a:bodyPr/>
        <a:lstStyle/>
        <a:p>
          <a:endParaRPr lang="en-US"/>
        </a:p>
      </dgm:t>
    </dgm:pt>
    <dgm:pt modelId="{11F55D52-8434-463F-9259-2981DE5434BF}" type="sibTrans" cxnId="{9B0F999F-FFE4-40BB-AB42-269C68C0F564}">
      <dgm:prSet/>
      <dgm:spPr/>
      <dgm:t>
        <a:bodyPr/>
        <a:lstStyle/>
        <a:p>
          <a:endParaRPr lang="en-US"/>
        </a:p>
      </dgm:t>
    </dgm:pt>
    <dgm:pt modelId="{1040D3F5-55A5-4766-AE26-2508EED85C09}">
      <dgm:prSet/>
      <dgm:spPr/>
      <dgm:t>
        <a:bodyPr/>
        <a:lstStyle/>
        <a:p>
          <a:r>
            <a:rPr lang="en-US" b="1"/>
            <a:t>Step 5</a:t>
          </a:r>
          <a:r>
            <a:rPr lang="en-US"/>
            <a:t>: Place an Order</a:t>
          </a:r>
        </a:p>
      </dgm:t>
    </dgm:pt>
    <dgm:pt modelId="{924B7309-622C-4999-86A9-2642488F9D2A}" type="parTrans" cxnId="{254BC960-C08A-479F-8592-D4B328DB5D1C}">
      <dgm:prSet/>
      <dgm:spPr/>
      <dgm:t>
        <a:bodyPr/>
        <a:lstStyle/>
        <a:p>
          <a:endParaRPr lang="en-US"/>
        </a:p>
      </dgm:t>
    </dgm:pt>
    <dgm:pt modelId="{51A6A6C2-5516-4936-8A82-6AD9EFFF0C04}" type="sibTrans" cxnId="{254BC960-C08A-479F-8592-D4B328DB5D1C}">
      <dgm:prSet/>
      <dgm:spPr/>
      <dgm:t>
        <a:bodyPr/>
        <a:lstStyle/>
        <a:p>
          <a:endParaRPr lang="en-US"/>
        </a:p>
      </dgm:t>
    </dgm:pt>
    <dgm:pt modelId="{0EC3D685-57C6-48EA-9D07-476AC81C31D1}">
      <dgm:prSet/>
      <dgm:spPr/>
      <dgm:t>
        <a:bodyPr/>
        <a:lstStyle/>
        <a:p>
          <a:r>
            <a:rPr lang="en-US" b="1"/>
            <a:t>Step 6</a:t>
          </a:r>
          <a:r>
            <a:rPr lang="en-US"/>
            <a:t>: View User's Order History</a:t>
          </a:r>
        </a:p>
      </dgm:t>
    </dgm:pt>
    <dgm:pt modelId="{413BDB07-2414-455C-8FFD-03237EFEEFBE}" type="parTrans" cxnId="{A0788FB2-57EC-4337-9E28-FCE2D5478772}">
      <dgm:prSet/>
      <dgm:spPr/>
      <dgm:t>
        <a:bodyPr/>
        <a:lstStyle/>
        <a:p>
          <a:endParaRPr lang="en-US"/>
        </a:p>
      </dgm:t>
    </dgm:pt>
    <dgm:pt modelId="{A754CE11-30E0-43E8-92CD-CB8D58B6CCBF}" type="sibTrans" cxnId="{A0788FB2-57EC-4337-9E28-FCE2D5478772}">
      <dgm:prSet/>
      <dgm:spPr/>
      <dgm:t>
        <a:bodyPr/>
        <a:lstStyle/>
        <a:p>
          <a:endParaRPr lang="en-US"/>
        </a:p>
      </dgm:t>
    </dgm:pt>
    <dgm:pt modelId="{8BB318CA-027D-4FBA-B135-31411229DFD1}" type="pres">
      <dgm:prSet presAssocID="{75788FD6-1485-4365-9457-EA0E1DA7EFCE}" presName="diagram" presStyleCnt="0">
        <dgm:presLayoutVars>
          <dgm:dir/>
          <dgm:resizeHandles val="exact"/>
        </dgm:presLayoutVars>
      </dgm:prSet>
      <dgm:spPr/>
    </dgm:pt>
    <dgm:pt modelId="{3C3DB63E-E3DD-471C-91CE-F78359CF0987}" type="pres">
      <dgm:prSet presAssocID="{916BED9D-EA0E-4A52-A7A0-46A8AFADD732}" presName="node" presStyleLbl="node1" presStyleIdx="0" presStyleCnt="7">
        <dgm:presLayoutVars>
          <dgm:bulletEnabled val="1"/>
        </dgm:presLayoutVars>
      </dgm:prSet>
      <dgm:spPr/>
    </dgm:pt>
    <dgm:pt modelId="{9F9E222E-5A8D-4DD0-864F-F5AEBDB2140A}" type="pres">
      <dgm:prSet presAssocID="{92589BCF-37C4-4595-8A6C-3C102FF84E9D}" presName="sibTrans" presStyleCnt="0"/>
      <dgm:spPr/>
    </dgm:pt>
    <dgm:pt modelId="{0C5B92EC-BE2E-407F-929B-1C9AC9F8DF1B}" type="pres">
      <dgm:prSet presAssocID="{2D497D6C-19EE-4CE3-9CDC-8169E44F9BED}" presName="node" presStyleLbl="node1" presStyleIdx="1" presStyleCnt="7">
        <dgm:presLayoutVars>
          <dgm:bulletEnabled val="1"/>
        </dgm:presLayoutVars>
      </dgm:prSet>
      <dgm:spPr/>
    </dgm:pt>
    <dgm:pt modelId="{93F2BC2A-47B1-4FDD-8020-779F17DC191C}" type="pres">
      <dgm:prSet presAssocID="{23DA45C8-D921-476B-95C7-66794BF31BAD}" presName="sibTrans" presStyleCnt="0"/>
      <dgm:spPr/>
    </dgm:pt>
    <dgm:pt modelId="{AC1A90CB-B79A-4FA0-9717-588BC8F838EE}" type="pres">
      <dgm:prSet presAssocID="{6F9A250D-AC41-4A31-9D19-ADE1D8C4E4EE}" presName="node" presStyleLbl="node1" presStyleIdx="2" presStyleCnt="7">
        <dgm:presLayoutVars>
          <dgm:bulletEnabled val="1"/>
        </dgm:presLayoutVars>
      </dgm:prSet>
      <dgm:spPr/>
    </dgm:pt>
    <dgm:pt modelId="{81C7B227-8334-4595-A1CB-BD5EFBD17D19}" type="pres">
      <dgm:prSet presAssocID="{41852230-3EAE-454B-9459-870A07C1E340}" presName="sibTrans" presStyleCnt="0"/>
      <dgm:spPr/>
    </dgm:pt>
    <dgm:pt modelId="{C98D814D-C481-4692-8024-4CED21B444A7}" type="pres">
      <dgm:prSet presAssocID="{3C7D36AF-20E2-4A6F-B121-301F542428D6}" presName="node" presStyleLbl="node1" presStyleIdx="3" presStyleCnt="7">
        <dgm:presLayoutVars>
          <dgm:bulletEnabled val="1"/>
        </dgm:presLayoutVars>
      </dgm:prSet>
      <dgm:spPr/>
    </dgm:pt>
    <dgm:pt modelId="{965B6A91-CA82-4EE6-B0E8-8FA6A016BA85}" type="pres">
      <dgm:prSet presAssocID="{0B9352CF-DF79-40AB-AB51-67B835F981A7}" presName="sibTrans" presStyleCnt="0"/>
      <dgm:spPr/>
    </dgm:pt>
    <dgm:pt modelId="{74362046-E36E-4079-A3D3-567CD8FE0A11}" type="pres">
      <dgm:prSet presAssocID="{0E967B99-53E4-49DA-B600-0D80E6FBA493}" presName="node" presStyleLbl="node1" presStyleIdx="4" presStyleCnt="7">
        <dgm:presLayoutVars>
          <dgm:bulletEnabled val="1"/>
        </dgm:presLayoutVars>
      </dgm:prSet>
      <dgm:spPr/>
    </dgm:pt>
    <dgm:pt modelId="{6D0AD166-8C7E-44E2-A5D1-CA377735CD9C}" type="pres">
      <dgm:prSet presAssocID="{11F55D52-8434-463F-9259-2981DE5434BF}" presName="sibTrans" presStyleCnt="0"/>
      <dgm:spPr/>
    </dgm:pt>
    <dgm:pt modelId="{D0709009-54B1-4733-A0C6-867376777E54}" type="pres">
      <dgm:prSet presAssocID="{1040D3F5-55A5-4766-AE26-2508EED85C09}" presName="node" presStyleLbl="node1" presStyleIdx="5" presStyleCnt="7">
        <dgm:presLayoutVars>
          <dgm:bulletEnabled val="1"/>
        </dgm:presLayoutVars>
      </dgm:prSet>
      <dgm:spPr/>
    </dgm:pt>
    <dgm:pt modelId="{8B7634B4-7C3D-46BB-BE9E-5B9A201B2190}" type="pres">
      <dgm:prSet presAssocID="{51A6A6C2-5516-4936-8A82-6AD9EFFF0C04}" presName="sibTrans" presStyleCnt="0"/>
      <dgm:spPr/>
    </dgm:pt>
    <dgm:pt modelId="{1744F0A5-2CB1-4977-AFFB-E1AF73803555}" type="pres">
      <dgm:prSet presAssocID="{0EC3D685-57C6-48EA-9D07-476AC81C31D1}" presName="node" presStyleLbl="node1" presStyleIdx="6" presStyleCnt="7">
        <dgm:presLayoutVars>
          <dgm:bulletEnabled val="1"/>
        </dgm:presLayoutVars>
      </dgm:prSet>
      <dgm:spPr/>
    </dgm:pt>
  </dgm:ptLst>
  <dgm:cxnLst>
    <dgm:cxn modelId="{3A45C920-AC89-4D49-893B-3A4028B15A8D}" type="presOf" srcId="{3C7D36AF-20E2-4A6F-B121-301F542428D6}" destId="{C98D814D-C481-4692-8024-4CED21B444A7}" srcOrd="0" destOrd="0" presId="urn:microsoft.com/office/officeart/2005/8/layout/default"/>
    <dgm:cxn modelId="{254BC960-C08A-479F-8592-D4B328DB5D1C}" srcId="{75788FD6-1485-4365-9457-EA0E1DA7EFCE}" destId="{1040D3F5-55A5-4766-AE26-2508EED85C09}" srcOrd="5" destOrd="0" parTransId="{924B7309-622C-4999-86A9-2642488F9D2A}" sibTransId="{51A6A6C2-5516-4936-8A82-6AD9EFFF0C04}"/>
    <dgm:cxn modelId="{81E5EC45-FA10-4ECE-BC41-3CD76EE65CDD}" type="presOf" srcId="{75788FD6-1485-4365-9457-EA0E1DA7EFCE}" destId="{8BB318CA-027D-4FBA-B135-31411229DFD1}" srcOrd="0" destOrd="0" presId="urn:microsoft.com/office/officeart/2005/8/layout/default"/>
    <dgm:cxn modelId="{5D85936A-57AE-4C5D-8030-4CE480E0E2F1}" type="presOf" srcId="{916BED9D-EA0E-4A52-A7A0-46A8AFADD732}" destId="{3C3DB63E-E3DD-471C-91CE-F78359CF0987}" srcOrd="0" destOrd="0" presId="urn:microsoft.com/office/officeart/2005/8/layout/default"/>
    <dgm:cxn modelId="{E26A0599-B9FB-4ACA-A7A3-742E68AA9C9D}" type="presOf" srcId="{6F9A250D-AC41-4A31-9D19-ADE1D8C4E4EE}" destId="{AC1A90CB-B79A-4FA0-9717-588BC8F838EE}" srcOrd="0" destOrd="0" presId="urn:microsoft.com/office/officeart/2005/8/layout/default"/>
    <dgm:cxn modelId="{E0ADB79B-7A31-40C3-BB8C-79239E80F20B}" srcId="{75788FD6-1485-4365-9457-EA0E1DA7EFCE}" destId="{6F9A250D-AC41-4A31-9D19-ADE1D8C4E4EE}" srcOrd="2" destOrd="0" parTransId="{A0044EDE-9B9B-49FC-A752-4A90009B0563}" sibTransId="{41852230-3EAE-454B-9459-870A07C1E340}"/>
    <dgm:cxn modelId="{9B0F999F-FFE4-40BB-AB42-269C68C0F564}" srcId="{75788FD6-1485-4365-9457-EA0E1DA7EFCE}" destId="{0E967B99-53E4-49DA-B600-0D80E6FBA493}" srcOrd="4" destOrd="0" parTransId="{5910AAFB-C55D-4485-9F24-489D125BF16D}" sibTransId="{11F55D52-8434-463F-9259-2981DE5434BF}"/>
    <dgm:cxn modelId="{A0788FB2-57EC-4337-9E28-FCE2D5478772}" srcId="{75788FD6-1485-4365-9457-EA0E1DA7EFCE}" destId="{0EC3D685-57C6-48EA-9D07-476AC81C31D1}" srcOrd="6" destOrd="0" parTransId="{413BDB07-2414-455C-8FFD-03237EFEEFBE}" sibTransId="{A754CE11-30E0-43E8-92CD-CB8D58B6CCBF}"/>
    <dgm:cxn modelId="{B0C57BC8-C575-425C-9721-797C8BAA8E42}" type="presOf" srcId="{1040D3F5-55A5-4766-AE26-2508EED85C09}" destId="{D0709009-54B1-4733-A0C6-867376777E54}" srcOrd="0" destOrd="0" presId="urn:microsoft.com/office/officeart/2005/8/layout/default"/>
    <dgm:cxn modelId="{BDAD81C9-8047-45A5-B6C2-33FA4CC50F1F}" srcId="{75788FD6-1485-4365-9457-EA0E1DA7EFCE}" destId="{3C7D36AF-20E2-4A6F-B121-301F542428D6}" srcOrd="3" destOrd="0" parTransId="{82844296-2527-48EA-95BD-A715C9FAD440}" sibTransId="{0B9352CF-DF79-40AB-AB51-67B835F981A7}"/>
    <dgm:cxn modelId="{7CB499CE-28E7-44F8-9684-05338633EED5}" srcId="{75788FD6-1485-4365-9457-EA0E1DA7EFCE}" destId="{916BED9D-EA0E-4A52-A7A0-46A8AFADD732}" srcOrd="0" destOrd="0" parTransId="{F8656130-F773-4FF5-9C45-CF791871F643}" sibTransId="{92589BCF-37C4-4595-8A6C-3C102FF84E9D}"/>
    <dgm:cxn modelId="{3E179EDC-AA68-4B96-9482-A5B1C927DC99}" type="presOf" srcId="{0EC3D685-57C6-48EA-9D07-476AC81C31D1}" destId="{1744F0A5-2CB1-4977-AFFB-E1AF73803555}" srcOrd="0" destOrd="0" presId="urn:microsoft.com/office/officeart/2005/8/layout/default"/>
    <dgm:cxn modelId="{23C798E0-D920-4902-A1B3-41F0789E7855}" srcId="{75788FD6-1485-4365-9457-EA0E1DA7EFCE}" destId="{2D497D6C-19EE-4CE3-9CDC-8169E44F9BED}" srcOrd="1" destOrd="0" parTransId="{5FA0D8B9-38DC-4EF1-9019-5EEF89A2C920}" sibTransId="{23DA45C8-D921-476B-95C7-66794BF31BAD}"/>
    <dgm:cxn modelId="{566553EE-47F1-4DC5-9554-E8A4BE675161}" type="presOf" srcId="{2D497D6C-19EE-4CE3-9CDC-8169E44F9BED}" destId="{0C5B92EC-BE2E-407F-929B-1C9AC9F8DF1B}" srcOrd="0" destOrd="0" presId="urn:microsoft.com/office/officeart/2005/8/layout/default"/>
    <dgm:cxn modelId="{54BF43FA-3D91-4DFF-8342-825EBAF6BA20}" type="presOf" srcId="{0E967B99-53E4-49DA-B600-0D80E6FBA493}" destId="{74362046-E36E-4079-A3D3-567CD8FE0A11}" srcOrd="0" destOrd="0" presId="urn:microsoft.com/office/officeart/2005/8/layout/default"/>
    <dgm:cxn modelId="{28BDFAC4-F6AE-4AF2-83A6-26473ED31E1E}" type="presParOf" srcId="{8BB318CA-027D-4FBA-B135-31411229DFD1}" destId="{3C3DB63E-E3DD-471C-91CE-F78359CF0987}" srcOrd="0" destOrd="0" presId="urn:microsoft.com/office/officeart/2005/8/layout/default"/>
    <dgm:cxn modelId="{F40E26FE-486A-4BAE-998D-26C6584610F4}" type="presParOf" srcId="{8BB318CA-027D-4FBA-B135-31411229DFD1}" destId="{9F9E222E-5A8D-4DD0-864F-F5AEBDB2140A}" srcOrd="1" destOrd="0" presId="urn:microsoft.com/office/officeart/2005/8/layout/default"/>
    <dgm:cxn modelId="{45893CE1-51DF-4523-AFEB-512D4491999B}" type="presParOf" srcId="{8BB318CA-027D-4FBA-B135-31411229DFD1}" destId="{0C5B92EC-BE2E-407F-929B-1C9AC9F8DF1B}" srcOrd="2" destOrd="0" presId="urn:microsoft.com/office/officeart/2005/8/layout/default"/>
    <dgm:cxn modelId="{CA76C162-5BD1-478A-9040-BFCCF291681D}" type="presParOf" srcId="{8BB318CA-027D-4FBA-B135-31411229DFD1}" destId="{93F2BC2A-47B1-4FDD-8020-779F17DC191C}" srcOrd="3" destOrd="0" presId="urn:microsoft.com/office/officeart/2005/8/layout/default"/>
    <dgm:cxn modelId="{B1B6B657-3ED1-4026-8C9C-547EB0F3E515}" type="presParOf" srcId="{8BB318CA-027D-4FBA-B135-31411229DFD1}" destId="{AC1A90CB-B79A-4FA0-9717-588BC8F838EE}" srcOrd="4" destOrd="0" presId="urn:microsoft.com/office/officeart/2005/8/layout/default"/>
    <dgm:cxn modelId="{9A0F7FE9-9FA6-4FC9-93C0-728C0A25CE1D}" type="presParOf" srcId="{8BB318CA-027D-4FBA-B135-31411229DFD1}" destId="{81C7B227-8334-4595-A1CB-BD5EFBD17D19}" srcOrd="5" destOrd="0" presId="urn:microsoft.com/office/officeart/2005/8/layout/default"/>
    <dgm:cxn modelId="{7774E6D4-947A-4BA2-9177-C10FE8B689F7}" type="presParOf" srcId="{8BB318CA-027D-4FBA-B135-31411229DFD1}" destId="{C98D814D-C481-4692-8024-4CED21B444A7}" srcOrd="6" destOrd="0" presId="urn:microsoft.com/office/officeart/2005/8/layout/default"/>
    <dgm:cxn modelId="{2F22EB9D-964B-4A7F-AF86-CF891360D829}" type="presParOf" srcId="{8BB318CA-027D-4FBA-B135-31411229DFD1}" destId="{965B6A91-CA82-4EE6-B0E8-8FA6A016BA85}" srcOrd="7" destOrd="0" presId="urn:microsoft.com/office/officeart/2005/8/layout/default"/>
    <dgm:cxn modelId="{BAB66BDD-C361-40B2-B291-6B2F4B5C7724}" type="presParOf" srcId="{8BB318CA-027D-4FBA-B135-31411229DFD1}" destId="{74362046-E36E-4079-A3D3-567CD8FE0A11}" srcOrd="8" destOrd="0" presId="urn:microsoft.com/office/officeart/2005/8/layout/default"/>
    <dgm:cxn modelId="{4460E40E-7022-471C-8B06-C597EBC1442C}" type="presParOf" srcId="{8BB318CA-027D-4FBA-B135-31411229DFD1}" destId="{6D0AD166-8C7E-44E2-A5D1-CA377735CD9C}" srcOrd="9" destOrd="0" presId="urn:microsoft.com/office/officeart/2005/8/layout/default"/>
    <dgm:cxn modelId="{DC75B9A4-00BB-4B8E-8B0B-176475651EA3}" type="presParOf" srcId="{8BB318CA-027D-4FBA-B135-31411229DFD1}" destId="{D0709009-54B1-4733-A0C6-867376777E54}" srcOrd="10" destOrd="0" presId="urn:microsoft.com/office/officeart/2005/8/layout/default"/>
    <dgm:cxn modelId="{E04D6CE8-59C1-41A6-B06E-23937CBAD681}" type="presParOf" srcId="{8BB318CA-027D-4FBA-B135-31411229DFD1}" destId="{8B7634B4-7C3D-46BB-BE9E-5B9A201B2190}" srcOrd="11" destOrd="0" presId="urn:microsoft.com/office/officeart/2005/8/layout/default"/>
    <dgm:cxn modelId="{846505BC-4B5B-4825-ACBB-B52BF5E45B19}" type="presParOf" srcId="{8BB318CA-027D-4FBA-B135-31411229DFD1}" destId="{1744F0A5-2CB1-4977-AFFB-E1AF73803555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CDC7B4B-564D-4D8F-9477-226637989B26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602E1B-77F4-4AE9-B021-73A558A2B568}">
      <dgm:prSet/>
      <dgm:spPr/>
      <dgm:t>
        <a:bodyPr/>
        <a:lstStyle/>
        <a:p>
          <a:pPr>
            <a:defRPr cap="all"/>
          </a:pPr>
          <a:r>
            <a:rPr lang="en-US" b="0" i="0"/>
            <a:t>Users can register by providing:</a:t>
          </a:r>
          <a:endParaRPr lang="en-US"/>
        </a:p>
      </dgm:t>
    </dgm:pt>
    <dgm:pt modelId="{F1D7842A-6B21-4388-9B79-0E4F16256E6E}" type="parTrans" cxnId="{EC516F27-5C44-44D1-85C0-2011FE4A88F3}">
      <dgm:prSet/>
      <dgm:spPr/>
      <dgm:t>
        <a:bodyPr/>
        <a:lstStyle/>
        <a:p>
          <a:endParaRPr lang="en-US"/>
        </a:p>
      </dgm:t>
    </dgm:pt>
    <dgm:pt modelId="{2FEE8387-27AA-4ECE-A8F4-17E216639A01}" type="sibTrans" cxnId="{EC516F27-5C44-44D1-85C0-2011FE4A88F3}">
      <dgm:prSet/>
      <dgm:spPr/>
      <dgm:t>
        <a:bodyPr/>
        <a:lstStyle/>
        <a:p>
          <a:endParaRPr lang="en-US"/>
        </a:p>
      </dgm:t>
    </dgm:pt>
    <dgm:pt modelId="{C2C18219-C9DD-4A9F-AEC4-B8C08B83B4C8}">
      <dgm:prSet/>
      <dgm:spPr/>
      <dgm:t>
        <a:bodyPr/>
        <a:lstStyle/>
        <a:p>
          <a:pPr>
            <a:defRPr cap="all"/>
          </a:pPr>
          <a:r>
            <a:rPr lang="en-US" b="0" i="0"/>
            <a:t>- A unique `user_id`  </a:t>
          </a:r>
          <a:endParaRPr lang="en-US"/>
        </a:p>
      </dgm:t>
    </dgm:pt>
    <dgm:pt modelId="{F0CFCC27-483F-4AF6-97CF-82E3DE62B343}" type="parTrans" cxnId="{DED35BE2-2717-41F2-AC95-46D518A5DFA0}">
      <dgm:prSet/>
      <dgm:spPr/>
      <dgm:t>
        <a:bodyPr/>
        <a:lstStyle/>
        <a:p>
          <a:endParaRPr lang="en-US"/>
        </a:p>
      </dgm:t>
    </dgm:pt>
    <dgm:pt modelId="{5838F262-24DF-4F9F-82C2-BC71D07D899B}" type="sibTrans" cxnId="{DED35BE2-2717-41F2-AC95-46D518A5DFA0}">
      <dgm:prSet/>
      <dgm:spPr/>
      <dgm:t>
        <a:bodyPr/>
        <a:lstStyle/>
        <a:p>
          <a:endParaRPr lang="en-US"/>
        </a:p>
      </dgm:t>
    </dgm:pt>
    <dgm:pt modelId="{5B787939-352A-428E-A207-8A0FBAB8E6C7}">
      <dgm:prSet/>
      <dgm:spPr/>
      <dgm:t>
        <a:bodyPr/>
        <a:lstStyle/>
        <a:p>
          <a:pPr>
            <a:defRPr cap="all"/>
          </a:pPr>
          <a:r>
            <a:rPr lang="en-US" b="0" i="0"/>
            <a:t>- A valid email address  </a:t>
          </a:r>
          <a:endParaRPr lang="en-US"/>
        </a:p>
      </dgm:t>
    </dgm:pt>
    <dgm:pt modelId="{397AE308-0404-4F83-A01A-2D3892B51FAA}" type="parTrans" cxnId="{0E766F7F-601A-471E-873E-79CB12280D26}">
      <dgm:prSet/>
      <dgm:spPr/>
      <dgm:t>
        <a:bodyPr/>
        <a:lstStyle/>
        <a:p>
          <a:endParaRPr lang="en-US"/>
        </a:p>
      </dgm:t>
    </dgm:pt>
    <dgm:pt modelId="{CA11BBBA-D098-4D29-AD61-6C6B16869522}" type="sibTrans" cxnId="{0E766F7F-601A-471E-873E-79CB12280D26}">
      <dgm:prSet/>
      <dgm:spPr/>
      <dgm:t>
        <a:bodyPr/>
        <a:lstStyle/>
        <a:p>
          <a:endParaRPr lang="en-US"/>
        </a:p>
      </dgm:t>
    </dgm:pt>
    <dgm:pt modelId="{628F77C7-770F-4FEC-8540-2F82C5802D06}">
      <dgm:prSet/>
      <dgm:spPr/>
      <dgm:t>
        <a:bodyPr/>
        <a:lstStyle/>
        <a:p>
          <a:pPr>
            <a:defRPr cap="all"/>
          </a:pPr>
          <a:r>
            <a:rPr lang="en-US" b="0" i="0" dirty="0"/>
            <a:t>- A strong password- Passwords are encrypted using `bcrypt` for secure storage.</a:t>
          </a:r>
          <a:endParaRPr lang="en-US" dirty="0"/>
        </a:p>
      </dgm:t>
    </dgm:pt>
    <dgm:pt modelId="{C00A929D-F490-43D6-BB8A-FAD7E4BFD8C1}" type="parTrans" cxnId="{B5DD0FAF-4B92-4EA4-A95D-FFE81A424185}">
      <dgm:prSet/>
      <dgm:spPr/>
      <dgm:t>
        <a:bodyPr/>
        <a:lstStyle/>
        <a:p>
          <a:endParaRPr lang="en-US"/>
        </a:p>
      </dgm:t>
    </dgm:pt>
    <dgm:pt modelId="{A2181A2A-9AE0-4475-A7E3-3A64CBD57A6D}" type="sibTrans" cxnId="{B5DD0FAF-4B92-4EA4-A95D-FFE81A424185}">
      <dgm:prSet/>
      <dgm:spPr/>
      <dgm:t>
        <a:bodyPr/>
        <a:lstStyle/>
        <a:p>
          <a:endParaRPr lang="en-US"/>
        </a:p>
      </dgm:t>
    </dgm:pt>
    <dgm:pt modelId="{D8DC7706-030E-4FDB-8CD4-4FDCFFCB369E}">
      <dgm:prSet/>
      <dgm:spPr/>
      <dgm:t>
        <a:bodyPr/>
        <a:lstStyle/>
        <a:p>
          <a:pPr>
            <a:defRPr cap="all"/>
          </a:pPr>
          <a:r>
            <a:rPr lang="en-US" b="0" i="0"/>
            <a:t>- Users can log in using their credentials.</a:t>
          </a:r>
          <a:endParaRPr lang="en-US"/>
        </a:p>
      </dgm:t>
    </dgm:pt>
    <dgm:pt modelId="{CCCF9634-E581-4654-AA22-49089FAF2E7E}" type="parTrans" cxnId="{B6F0EC0E-6B07-404C-AFD8-9BFBB6FED947}">
      <dgm:prSet/>
      <dgm:spPr/>
      <dgm:t>
        <a:bodyPr/>
        <a:lstStyle/>
        <a:p>
          <a:endParaRPr lang="en-US"/>
        </a:p>
      </dgm:t>
    </dgm:pt>
    <dgm:pt modelId="{835CFDA1-9C27-48A2-917B-DF23A0263B5C}" type="sibTrans" cxnId="{B6F0EC0E-6B07-404C-AFD8-9BFBB6FED947}">
      <dgm:prSet/>
      <dgm:spPr/>
      <dgm:t>
        <a:bodyPr/>
        <a:lstStyle/>
        <a:p>
          <a:endParaRPr lang="en-US"/>
        </a:p>
      </dgm:t>
    </dgm:pt>
    <dgm:pt modelId="{A8B39715-7255-42C3-B3AA-E30C0FBA2FFA}" type="pres">
      <dgm:prSet presAssocID="{5CDC7B4B-564D-4D8F-9477-226637989B26}" presName="outerComposite" presStyleCnt="0">
        <dgm:presLayoutVars>
          <dgm:chMax val="5"/>
          <dgm:dir/>
          <dgm:resizeHandles val="exact"/>
        </dgm:presLayoutVars>
      </dgm:prSet>
      <dgm:spPr/>
    </dgm:pt>
    <dgm:pt modelId="{6EA5FA51-0441-4130-83C5-4C47032CBC98}" type="pres">
      <dgm:prSet presAssocID="{5CDC7B4B-564D-4D8F-9477-226637989B26}" presName="dummyMaxCanvas" presStyleCnt="0">
        <dgm:presLayoutVars/>
      </dgm:prSet>
      <dgm:spPr/>
    </dgm:pt>
    <dgm:pt modelId="{D1E2B4BA-553B-40E0-81A0-E93414C84ECF}" type="pres">
      <dgm:prSet presAssocID="{5CDC7B4B-564D-4D8F-9477-226637989B26}" presName="FiveNodes_1" presStyleLbl="node1" presStyleIdx="0" presStyleCnt="5">
        <dgm:presLayoutVars>
          <dgm:bulletEnabled val="1"/>
        </dgm:presLayoutVars>
      </dgm:prSet>
      <dgm:spPr/>
    </dgm:pt>
    <dgm:pt modelId="{B121D9C9-7C78-4BB6-9783-6997FA848FE0}" type="pres">
      <dgm:prSet presAssocID="{5CDC7B4B-564D-4D8F-9477-226637989B26}" presName="FiveNodes_2" presStyleLbl="node1" presStyleIdx="1" presStyleCnt="5">
        <dgm:presLayoutVars>
          <dgm:bulletEnabled val="1"/>
        </dgm:presLayoutVars>
      </dgm:prSet>
      <dgm:spPr/>
    </dgm:pt>
    <dgm:pt modelId="{7E8B3AE3-E7EB-4874-B894-3E129C114ABF}" type="pres">
      <dgm:prSet presAssocID="{5CDC7B4B-564D-4D8F-9477-226637989B26}" presName="FiveNodes_3" presStyleLbl="node1" presStyleIdx="2" presStyleCnt="5">
        <dgm:presLayoutVars>
          <dgm:bulletEnabled val="1"/>
        </dgm:presLayoutVars>
      </dgm:prSet>
      <dgm:spPr/>
    </dgm:pt>
    <dgm:pt modelId="{675FBBD7-FEC5-4621-AF77-2A75D7CFCDA7}" type="pres">
      <dgm:prSet presAssocID="{5CDC7B4B-564D-4D8F-9477-226637989B26}" presName="FiveNodes_4" presStyleLbl="node1" presStyleIdx="3" presStyleCnt="5">
        <dgm:presLayoutVars>
          <dgm:bulletEnabled val="1"/>
        </dgm:presLayoutVars>
      </dgm:prSet>
      <dgm:spPr/>
    </dgm:pt>
    <dgm:pt modelId="{33169AD7-23DF-4780-AD43-FC834A3AC2C1}" type="pres">
      <dgm:prSet presAssocID="{5CDC7B4B-564D-4D8F-9477-226637989B26}" presName="FiveNodes_5" presStyleLbl="node1" presStyleIdx="4" presStyleCnt="5">
        <dgm:presLayoutVars>
          <dgm:bulletEnabled val="1"/>
        </dgm:presLayoutVars>
      </dgm:prSet>
      <dgm:spPr/>
    </dgm:pt>
    <dgm:pt modelId="{67FC3FD9-376A-4DED-BB3A-B9463B1903D5}" type="pres">
      <dgm:prSet presAssocID="{5CDC7B4B-564D-4D8F-9477-226637989B26}" presName="FiveConn_1-2" presStyleLbl="fgAccFollowNode1" presStyleIdx="0" presStyleCnt="4">
        <dgm:presLayoutVars>
          <dgm:bulletEnabled val="1"/>
        </dgm:presLayoutVars>
      </dgm:prSet>
      <dgm:spPr/>
    </dgm:pt>
    <dgm:pt modelId="{08DB9606-1F7B-4CA3-9C8C-B2677EE002F8}" type="pres">
      <dgm:prSet presAssocID="{5CDC7B4B-564D-4D8F-9477-226637989B26}" presName="FiveConn_2-3" presStyleLbl="fgAccFollowNode1" presStyleIdx="1" presStyleCnt="4">
        <dgm:presLayoutVars>
          <dgm:bulletEnabled val="1"/>
        </dgm:presLayoutVars>
      </dgm:prSet>
      <dgm:spPr/>
    </dgm:pt>
    <dgm:pt modelId="{2B1E76ED-E4A1-4C71-B450-5D14CFFB9D3C}" type="pres">
      <dgm:prSet presAssocID="{5CDC7B4B-564D-4D8F-9477-226637989B26}" presName="FiveConn_3-4" presStyleLbl="fgAccFollowNode1" presStyleIdx="2" presStyleCnt="4">
        <dgm:presLayoutVars>
          <dgm:bulletEnabled val="1"/>
        </dgm:presLayoutVars>
      </dgm:prSet>
      <dgm:spPr/>
    </dgm:pt>
    <dgm:pt modelId="{7BDBAB52-E904-48D9-B564-EC062E5B7583}" type="pres">
      <dgm:prSet presAssocID="{5CDC7B4B-564D-4D8F-9477-226637989B26}" presName="FiveConn_4-5" presStyleLbl="fgAccFollowNode1" presStyleIdx="3" presStyleCnt="4">
        <dgm:presLayoutVars>
          <dgm:bulletEnabled val="1"/>
        </dgm:presLayoutVars>
      </dgm:prSet>
      <dgm:spPr/>
    </dgm:pt>
    <dgm:pt modelId="{1BE5FBC8-6006-4F89-937C-6F863A28C076}" type="pres">
      <dgm:prSet presAssocID="{5CDC7B4B-564D-4D8F-9477-226637989B26}" presName="FiveNodes_1_text" presStyleLbl="node1" presStyleIdx="4" presStyleCnt="5">
        <dgm:presLayoutVars>
          <dgm:bulletEnabled val="1"/>
        </dgm:presLayoutVars>
      </dgm:prSet>
      <dgm:spPr/>
    </dgm:pt>
    <dgm:pt modelId="{A8EDF912-1DA9-4C98-828A-5CDDDEB2CDD3}" type="pres">
      <dgm:prSet presAssocID="{5CDC7B4B-564D-4D8F-9477-226637989B26}" presName="FiveNodes_2_text" presStyleLbl="node1" presStyleIdx="4" presStyleCnt="5">
        <dgm:presLayoutVars>
          <dgm:bulletEnabled val="1"/>
        </dgm:presLayoutVars>
      </dgm:prSet>
      <dgm:spPr/>
    </dgm:pt>
    <dgm:pt modelId="{8AA0416D-6C15-4632-8755-ABA06C24D081}" type="pres">
      <dgm:prSet presAssocID="{5CDC7B4B-564D-4D8F-9477-226637989B26}" presName="FiveNodes_3_text" presStyleLbl="node1" presStyleIdx="4" presStyleCnt="5">
        <dgm:presLayoutVars>
          <dgm:bulletEnabled val="1"/>
        </dgm:presLayoutVars>
      </dgm:prSet>
      <dgm:spPr/>
    </dgm:pt>
    <dgm:pt modelId="{5AD11ABE-A037-4712-A00A-F612C86C2493}" type="pres">
      <dgm:prSet presAssocID="{5CDC7B4B-564D-4D8F-9477-226637989B26}" presName="FiveNodes_4_text" presStyleLbl="node1" presStyleIdx="4" presStyleCnt="5">
        <dgm:presLayoutVars>
          <dgm:bulletEnabled val="1"/>
        </dgm:presLayoutVars>
      </dgm:prSet>
      <dgm:spPr/>
    </dgm:pt>
    <dgm:pt modelId="{326F1087-A09B-4E32-922F-998832A5749E}" type="pres">
      <dgm:prSet presAssocID="{5CDC7B4B-564D-4D8F-9477-226637989B26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6F0EC0E-6B07-404C-AFD8-9BFBB6FED947}" srcId="{5CDC7B4B-564D-4D8F-9477-226637989B26}" destId="{D8DC7706-030E-4FDB-8CD4-4FDCFFCB369E}" srcOrd="4" destOrd="0" parTransId="{CCCF9634-E581-4654-AA22-49089FAF2E7E}" sibTransId="{835CFDA1-9C27-48A2-917B-DF23A0263B5C}"/>
    <dgm:cxn modelId="{F4A10918-9EDA-43BB-B23D-C5FE66E04A22}" type="presOf" srcId="{628F77C7-770F-4FEC-8540-2F82C5802D06}" destId="{5AD11ABE-A037-4712-A00A-F612C86C2493}" srcOrd="1" destOrd="0" presId="urn:microsoft.com/office/officeart/2005/8/layout/vProcess5"/>
    <dgm:cxn modelId="{1D45851F-7165-4D86-A142-2954B8AB507F}" type="presOf" srcId="{5CDC7B4B-564D-4D8F-9477-226637989B26}" destId="{A8B39715-7255-42C3-B3AA-E30C0FBA2FFA}" srcOrd="0" destOrd="0" presId="urn:microsoft.com/office/officeart/2005/8/layout/vProcess5"/>
    <dgm:cxn modelId="{EC516F27-5C44-44D1-85C0-2011FE4A88F3}" srcId="{5CDC7B4B-564D-4D8F-9477-226637989B26}" destId="{A8602E1B-77F4-4AE9-B021-73A558A2B568}" srcOrd="0" destOrd="0" parTransId="{F1D7842A-6B21-4388-9B79-0E4F16256E6E}" sibTransId="{2FEE8387-27AA-4ECE-A8F4-17E216639A01}"/>
    <dgm:cxn modelId="{1595803F-D857-41ED-AF06-FBCBB5D8B7CF}" type="presOf" srcId="{C2C18219-C9DD-4A9F-AEC4-B8C08B83B4C8}" destId="{B121D9C9-7C78-4BB6-9783-6997FA848FE0}" srcOrd="0" destOrd="0" presId="urn:microsoft.com/office/officeart/2005/8/layout/vProcess5"/>
    <dgm:cxn modelId="{4ACF3747-CA22-4AEC-87CA-9D3A43A1F943}" type="presOf" srcId="{2FEE8387-27AA-4ECE-A8F4-17E216639A01}" destId="{67FC3FD9-376A-4DED-BB3A-B9463B1903D5}" srcOrd="0" destOrd="0" presId="urn:microsoft.com/office/officeart/2005/8/layout/vProcess5"/>
    <dgm:cxn modelId="{7577BB50-4F44-4B59-A16C-892EDD312895}" type="presOf" srcId="{C2C18219-C9DD-4A9F-AEC4-B8C08B83B4C8}" destId="{A8EDF912-1DA9-4C98-828A-5CDDDEB2CDD3}" srcOrd="1" destOrd="0" presId="urn:microsoft.com/office/officeart/2005/8/layout/vProcess5"/>
    <dgm:cxn modelId="{23CC935A-F5E1-472B-977C-073B882CD910}" type="presOf" srcId="{CA11BBBA-D098-4D29-AD61-6C6B16869522}" destId="{2B1E76ED-E4A1-4C71-B450-5D14CFFB9D3C}" srcOrd="0" destOrd="0" presId="urn:microsoft.com/office/officeart/2005/8/layout/vProcess5"/>
    <dgm:cxn modelId="{07656A7C-C793-4A2A-B8F8-5398A84344C7}" type="presOf" srcId="{D8DC7706-030E-4FDB-8CD4-4FDCFFCB369E}" destId="{326F1087-A09B-4E32-922F-998832A5749E}" srcOrd="1" destOrd="0" presId="urn:microsoft.com/office/officeart/2005/8/layout/vProcess5"/>
    <dgm:cxn modelId="{0E766F7F-601A-471E-873E-79CB12280D26}" srcId="{5CDC7B4B-564D-4D8F-9477-226637989B26}" destId="{5B787939-352A-428E-A207-8A0FBAB8E6C7}" srcOrd="2" destOrd="0" parTransId="{397AE308-0404-4F83-A01A-2D3892B51FAA}" sibTransId="{CA11BBBA-D098-4D29-AD61-6C6B16869522}"/>
    <dgm:cxn modelId="{0436A782-B70D-4783-8BB8-023DE355D273}" type="presOf" srcId="{5B787939-352A-428E-A207-8A0FBAB8E6C7}" destId="{8AA0416D-6C15-4632-8755-ABA06C24D081}" srcOrd="1" destOrd="0" presId="urn:microsoft.com/office/officeart/2005/8/layout/vProcess5"/>
    <dgm:cxn modelId="{7C78BD8D-66B0-4468-B72A-EE454B17B10F}" type="presOf" srcId="{D8DC7706-030E-4FDB-8CD4-4FDCFFCB369E}" destId="{33169AD7-23DF-4780-AD43-FC834A3AC2C1}" srcOrd="0" destOrd="0" presId="urn:microsoft.com/office/officeart/2005/8/layout/vProcess5"/>
    <dgm:cxn modelId="{B5DD0FAF-4B92-4EA4-A95D-FFE81A424185}" srcId="{5CDC7B4B-564D-4D8F-9477-226637989B26}" destId="{628F77C7-770F-4FEC-8540-2F82C5802D06}" srcOrd="3" destOrd="0" parTransId="{C00A929D-F490-43D6-BB8A-FAD7E4BFD8C1}" sibTransId="{A2181A2A-9AE0-4475-A7E3-3A64CBD57A6D}"/>
    <dgm:cxn modelId="{16B4A4B2-0DFE-4E2B-8C46-02836E88F045}" type="presOf" srcId="{5B787939-352A-428E-A207-8A0FBAB8E6C7}" destId="{7E8B3AE3-E7EB-4874-B894-3E129C114ABF}" srcOrd="0" destOrd="0" presId="urn:microsoft.com/office/officeart/2005/8/layout/vProcess5"/>
    <dgm:cxn modelId="{E9D94FC2-B33C-4ADB-ACC8-E0328C6A8C80}" type="presOf" srcId="{A2181A2A-9AE0-4475-A7E3-3A64CBD57A6D}" destId="{7BDBAB52-E904-48D9-B564-EC062E5B7583}" srcOrd="0" destOrd="0" presId="urn:microsoft.com/office/officeart/2005/8/layout/vProcess5"/>
    <dgm:cxn modelId="{2128A4D0-FF5B-4431-A91A-2470101BDBA1}" type="presOf" srcId="{5838F262-24DF-4F9F-82C2-BC71D07D899B}" destId="{08DB9606-1F7B-4CA3-9C8C-B2677EE002F8}" srcOrd="0" destOrd="0" presId="urn:microsoft.com/office/officeart/2005/8/layout/vProcess5"/>
    <dgm:cxn modelId="{661FFBD0-F0F7-4AAE-B5C6-70F579C8B86B}" type="presOf" srcId="{628F77C7-770F-4FEC-8540-2F82C5802D06}" destId="{675FBBD7-FEC5-4621-AF77-2A75D7CFCDA7}" srcOrd="0" destOrd="0" presId="urn:microsoft.com/office/officeart/2005/8/layout/vProcess5"/>
    <dgm:cxn modelId="{DED35BE2-2717-41F2-AC95-46D518A5DFA0}" srcId="{5CDC7B4B-564D-4D8F-9477-226637989B26}" destId="{C2C18219-C9DD-4A9F-AEC4-B8C08B83B4C8}" srcOrd="1" destOrd="0" parTransId="{F0CFCC27-483F-4AF6-97CF-82E3DE62B343}" sibTransId="{5838F262-24DF-4F9F-82C2-BC71D07D899B}"/>
    <dgm:cxn modelId="{EBD470E6-0DD4-491F-895F-35EC2477A75F}" type="presOf" srcId="{A8602E1B-77F4-4AE9-B021-73A558A2B568}" destId="{D1E2B4BA-553B-40E0-81A0-E93414C84ECF}" srcOrd="0" destOrd="0" presId="urn:microsoft.com/office/officeart/2005/8/layout/vProcess5"/>
    <dgm:cxn modelId="{125727F3-36A5-4F3E-AAFE-33AE979D6B64}" type="presOf" srcId="{A8602E1B-77F4-4AE9-B021-73A558A2B568}" destId="{1BE5FBC8-6006-4F89-937C-6F863A28C076}" srcOrd="1" destOrd="0" presId="urn:microsoft.com/office/officeart/2005/8/layout/vProcess5"/>
    <dgm:cxn modelId="{A97B24D2-A5EA-4146-93F9-AD3ABDDB04B0}" type="presParOf" srcId="{A8B39715-7255-42C3-B3AA-E30C0FBA2FFA}" destId="{6EA5FA51-0441-4130-83C5-4C47032CBC98}" srcOrd="0" destOrd="0" presId="urn:microsoft.com/office/officeart/2005/8/layout/vProcess5"/>
    <dgm:cxn modelId="{64E7A6C8-23C2-49CB-8797-39CDEA351DA5}" type="presParOf" srcId="{A8B39715-7255-42C3-B3AA-E30C0FBA2FFA}" destId="{D1E2B4BA-553B-40E0-81A0-E93414C84ECF}" srcOrd="1" destOrd="0" presId="urn:microsoft.com/office/officeart/2005/8/layout/vProcess5"/>
    <dgm:cxn modelId="{5D337A4B-2EEC-431D-8E52-840C4F7F985F}" type="presParOf" srcId="{A8B39715-7255-42C3-B3AA-E30C0FBA2FFA}" destId="{B121D9C9-7C78-4BB6-9783-6997FA848FE0}" srcOrd="2" destOrd="0" presId="urn:microsoft.com/office/officeart/2005/8/layout/vProcess5"/>
    <dgm:cxn modelId="{4BF6D741-2248-489C-B350-D901AAD75E8D}" type="presParOf" srcId="{A8B39715-7255-42C3-B3AA-E30C0FBA2FFA}" destId="{7E8B3AE3-E7EB-4874-B894-3E129C114ABF}" srcOrd="3" destOrd="0" presId="urn:microsoft.com/office/officeart/2005/8/layout/vProcess5"/>
    <dgm:cxn modelId="{C79718F6-E28F-42AD-9FCF-515E003F5CD2}" type="presParOf" srcId="{A8B39715-7255-42C3-B3AA-E30C0FBA2FFA}" destId="{675FBBD7-FEC5-4621-AF77-2A75D7CFCDA7}" srcOrd="4" destOrd="0" presId="urn:microsoft.com/office/officeart/2005/8/layout/vProcess5"/>
    <dgm:cxn modelId="{D3C5926A-9C0F-41F6-A851-37BE7CA07A32}" type="presParOf" srcId="{A8B39715-7255-42C3-B3AA-E30C0FBA2FFA}" destId="{33169AD7-23DF-4780-AD43-FC834A3AC2C1}" srcOrd="5" destOrd="0" presId="urn:microsoft.com/office/officeart/2005/8/layout/vProcess5"/>
    <dgm:cxn modelId="{CF4C33C1-5E94-42D2-884C-E11B000C3583}" type="presParOf" srcId="{A8B39715-7255-42C3-B3AA-E30C0FBA2FFA}" destId="{67FC3FD9-376A-4DED-BB3A-B9463B1903D5}" srcOrd="6" destOrd="0" presId="urn:microsoft.com/office/officeart/2005/8/layout/vProcess5"/>
    <dgm:cxn modelId="{09F47FB4-F2A9-427D-962E-0420848520CF}" type="presParOf" srcId="{A8B39715-7255-42C3-B3AA-E30C0FBA2FFA}" destId="{08DB9606-1F7B-4CA3-9C8C-B2677EE002F8}" srcOrd="7" destOrd="0" presId="urn:microsoft.com/office/officeart/2005/8/layout/vProcess5"/>
    <dgm:cxn modelId="{95AC8C2E-41DB-4074-9D36-2C9224F320BB}" type="presParOf" srcId="{A8B39715-7255-42C3-B3AA-E30C0FBA2FFA}" destId="{2B1E76ED-E4A1-4C71-B450-5D14CFFB9D3C}" srcOrd="8" destOrd="0" presId="urn:microsoft.com/office/officeart/2005/8/layout/vProcess5"/>
    <dgm:cxn modelId="{47DBE261-EF0C-4F38-9252-97C53C4126FF}" type="presParOf" srcId="{A8B39715-7255-42C3-B3AA-E30C0FBA2FFA}" destId="{7BDBAB52-E904-48D9-B564-EC062E5B7583}" srcOrd="9" destOrd="0" presId="urn:microsoft.com/office/officeart/2005/8/layout/vProcess5"/>
    <dgm:cxn modelId="{285F665F-3A3B-4313-966E-06E48CC0104C}" type="presParOf" srcId="{A8B39715-7255-42C3-B3AA-E30C0FBA2FFA}" destId="{1BE5FBC8-6006-4F89-937C-6F863A28C076}" srcOrd="10" destOrd="0" presId="urn:microsoft.com/office/officeart/2005/8/layout/vProcess5"/>
    <dgm:cxn modelId="{767CCA64-C8C9-4A51-B2E0-867C46F81F59}" type="presParOf" srcId="{A8B39715-7255-42C3-B3AA-E30C0FBA2FFA}" destId="{A8EDF912-1DA9-4C98-828A-5CDDDEB2CDD3}" srcOrd="11" destOrd="0" presId="urn:microsoft.com/office/officeart/2005/8/layout/vProcess5"/>
    <dgm:cxn modelId="{3659AEB0-EC44-4B6D-A5A1-BF70D6AC342E}" type="presParOf" srcId="{A8B39715-7255-42C3-B3AA-E30C0FBA2FFA}" destId="{8AA0416D-6C15-4632-8755-ABA06C24D081}" srcOrd="12" destOrd="0" presId="urn:microsoft.com/office/officeart/2005/8/layout/vProcess5"/>
    <dgm:cxn modelId="{03B655D7-4D97-4254-B829-0BB84BBB2678}" type="presParOf" srcId="{A8B39715-7255-42C3-B3AA-E30C0FBA2FFA}" destId="{5AD11ABE-A037-4712-A00A-F612C86C2493}" srcOrd="13" destOrd="0" presId="urn:microsoft.com/office/officeart/2005/8/layout/vProcess5"/>
    <dgm:cxn modelId="{1ADD6EBD-212C-4AD1-9B53-29D8A1CED0AE}" type="presParOf" srcId="{A8B39715-7255-42C3-B3AA-E30C0FBA2FFA}" destId="{326F1087-A09B-4E32-922F-998832A5749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A6E71A9-E4F0-49B9-AED5-12DF91555948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7375AD3-4742-4BCE-9D3D-4AB2F3983079}">
      <dgm:prSet/>
      <dgm:spPr/>
      <dgm:t>
        <a:bodyPr/>
        <a:lstStyle/>
        <a:p>
          <a:r>
            <a:rPr lang="en-US"/>
            <a:t>All the users can:  </a:t>
          </a:r>
        </a:p>
      </dgm:t>
    </dgm:pt>
    <dgm:pt modelId="{A06FCA4C-61BE-43CE-9619-AA93DADCF49F}" type="parTrans" cxnId="{60232769-752C-4D12-9DA0-27FC8A0C863E}">
      <dgm:prSet/>
      <dgm:spPr/>
      <dgm:t>
        <a:bodyPr/>
        <a:lstStyle/>
        <a:p>
          <a:endParaRPr lang="en-US"/>
        </a:p>
      </dgm:t>
    </dgm:pt>
    <dgm:pt modelId="{E6AC4C1D-43E0-4215-B04B-61571C7959CD}" type="sibTrans" cxnId="{60232769-752C-4D12-9DA0-27FC8A0C863E}">
      <dgm:prSet/>
      <dgm:spPr/>
      <dgm:t>
        <a:bodyPr/>
        <a:lstStyle/>
        <a:p>
          <a:endParaRPr lang="en-US"/>
        </a:p>
      </dgm:t>
    </dgm:pt>
    <dgm:pt modelId="{4035A13B-8425-437A-B53A-86681E4EC99F}">
      <dgm:prSet/>
      <dgm:spPr/>
      <dgm:t>
        <a:bodyPr/>
        <a:lstStyle/>
        <a:p>
          <a:r>
            <a:rPr lang="en-US"/>
            <a:t>- Add new products to the store with:   </a:t>
          </a:r>
        </a:p>
      </dgm:t>
    </dgm:pt>
    <dgm:pt modelId="{4953951A-A73F-4120-AF3C-465F48775E2F}" type="parTrans" cxnId="{3D71FA90-64AD-4CF0-ACC0-3D386D525D54}">
      <dgm:prSet/>
      <dgm:spPr/>
      <dgm:t>
        <a:bodyPr/>
        <a:lstStyle/>
        <a:p>
          <a:endParaRPr lang="en-US"/>
        </a:p>
      </dgm:t>
    </dgm:pt>
    <dgm:pt modelId="{C2FDB83C-CC83-4433-98F9-A4024E2D9D9B}" type="sibTrans" cxnId="{3D71FA90-64AD-4CF0-ACC0-3D386D525D54}">
      <dgm:prSet/>
      <dgm:spPr/>
      <dgm:t>
        <a:bodyPr/>
        <a:lstStyle/>
        <a:p>
          <a:endParaRPr lang="en-US"/>
        </a:p>
      </dgm:t>
    </dgm:pt>
    <dgm:pt modelId="{1196A352-A171-4524-917A-CC47C4B9B4EC}">
      <dgm:prSet/>
      <dgm:spPr/>
      <dgm:t>
        <a:bodyPr/>
        <a:lstStyle/>
        <a:p>
          <a:r>
            <a:rPr lang="en-US"/>
            <a:t>Name    Price    Stock quantity  View all available products.</a:t>
          </a:r>
        </a:p>
      </dgm:t>
    </dgm:pt>
    <dgm:pt modelId="{AF4F5BAD-1DC4-4888-A819-5D9BBDE33F40}" type="parTrans" cxnId="{C88F54E4-F770-45FF-80E0-35AFF7F5BBAA}">
      <dgm:prSet/>
      <dgm:spPr/>
      <dgm:t>
        <a:bodyPr/>
        <a:lstStyle/>
        <a:p>
          <a:endParaRPr lang="en-US"/>
        </a:p>
      </dgm:t>
    </dgm:pt>
    <dgm:pt modelId="{E53B4524-FA9E-4F86-95D3-615943DFB567}" type="sibTrans" cxnId="{C88F54E4-F770-45FF-80E0-35AFF7F5BBAA}">
      <dgm:prSet/>
      <dgm:spPr/>
      <dgm:t>
        <a:bodyPr/>
        <a:lstStyle/>
        <a:p>
          <a:endParaRPr lang="en-US"/>
        </a:p>
      </dgm:t>
    </dgm:pt>
    <dgm:pt modelId="{E11C3AE2-5036-4DB4-AA80-F362F59B1FF8}" type="pres">
      <dgm:prSet presAssocID="{2A6E71A9-E4F0-49B9-AED5-12DF91555948}" presName="Name0" presStyleCnt="0">
        <dgm:presLayoutVars>
          <dgm:dir/>
          <dgm:animLvl val="lvl"/>
          <dgm:resizeHandles val="exact"/>
        </dgm:presLayoutVars>
      </dgm:prSet>
      <dgm:spPr/>
    </dgm:pt>
    <dgm:pt modelId="{8508DF6B-56A3-4B03-8465-ECC52FC170BC}" type="pres">
      <dgm:prSet presAssocID="{1196A352-A171-4524-917A-CC47C4B9B4EC}" presName="boxAndChildren" presStyleCnt="0"/>
      <dgm:spPr/>
    </dgm:pt>
    <dgm:pt modelId="{298CB0D0-753A-4393-8499-E30C2AEBCDFD}" type="pres">
      <dgm:prSet presAssocID="{1196A352-A171-4524-917A-CC47C4B9B4EC}" presName="parentTextBox" presStyleLbl="node1" presStyleIdx="0" presStyleCnt="3"/>
      <dgm:spPr/>
    </dgm:pt>
    <dgm:pt modelId="{4B28A1F4-3555-4FA5-8869-41CBFD92E6ED}" type="pres">
      <dgm:prSet presAssocID="{C2FDB83C-CC83-4433-98F9-A4024E2D9D9B}" presName="sp" presStyleCnt="0"/>
      <dgm:spPr/>
    </dgm:pt>
    <dgm:pt modelId="{14161F16-AA26-4D3D-832C-375BD75B918E}" type="pres">
      <dgm:prSet presAssocID="{4035A13B-8425-437A-B53A-86681E4EC99F}" presName="arrowAndChildren" presStyleCnt="0"/>
      <dgm:spPr/>
    </dgm:pt>
    <dgm:pt modelId="{42D64488-EF99-4726-8D16-D2B84954577C}" type="pres">
      <dgm:prSet presAssocID="{4035A13B-8425-437A-B53A-86681E4EC99F}" presName="parentTextArrow" presStyleLbl="node1" presStyleIdx="1" presStyleCnt="3"/>
      <dgm:spPr/>
    </dgm:pt>
    <dgm:pt modelId="{2534E1FD-06ED-4C12-9F60-AF20DD872821}" type="pres">
      <dgm:prSet presAssocID="{E6AC4C1D-43E0-4215-B04B-61571C7959CD}" presName="sp" presStyleCnt="0"/>
      <dgm:spPr/>
    </dgm:pt>
    <dgm:pt modelId="{60D83D68-C042-4E65-A985-266305D64B9D}" type="pres">
      <dgm:prSet presAssocID="{77375AD3-4742-4BCE-9D3D-4AB2F3983079}" presName="arrowAndChildren" presStyleCnt="0"/>
      <dgm:spPr/>
    </dgm:pt>
    <dgm:pt modelId="{F4550F71-6C01-46FE-BF90-D91A4C6A8A98}" type="pres">
      <dgm:prSet presAssocID="{77375AD3-4742-4BCE-9D3D-4AB2F3983079}" presName="parentTextArrow" presStyleLbl="node1" presStyleIdx="2" presStyleCnt="3"/>
      <dgm:spPr/>
    </dgm:pt>
  </dgm:ptLst>
  <dgm:cxnLst>
    <dgm:cxn modelId="{60232769-752C-4D12-9DA0-27FC8A0C863E}" srcId="{2A6E71A9-E4F0-49B9-AED5-12DF91555948}" destId="{77375AD3-4742-4BCE-9D3D-4AB2F3983079}" srcOrd="0" destOrd="0" parTransId="{A06FCA4C-61BE-43CE-9619-AA93DADCF49F}" sibTransId="{E6AC4C1D-43E0-4215-B04B-61571C7959CD}"/>
    <dgm:cxn modelId="{0B50806F-FC2C-4C98-81DE-A83D6A3224A9}" type="presOf" srcId="{77375AD3-4742-4BCE-9D3D-4AB2F3983079}" destId="{F4550F71-6C01-46FE-BF90-D91A4C6A8A98}" srcOrd="0" destOrd="0" presId="urn:microsoft.com/office/officeart/2005/8/layout/process4"/>
    <dgm:cxn modelId="{3D71FA90-64AD-4CF0-ACC0-3D386D525D54}" srcId="{2A6E71A9-E4F0-49B9-AED5-12DF91555948}" destId="{4035A13B-8425-437A-B53A-86681E4EC99F}" srcOrd="1" destOrd="0" parTransId="{4953951A-A73F-4120-AF3C-465F48775E2F}" sibTransId="{C2FDB83C-CC83-4433-98F9-A4024E2D9D9B}"/>
    <dgm:cxn modelId="{7658869B-9301-41AA-BC86-9BC4778FD3D5}" type="presOf" srcId="{4035A13B-8425-437A-B53A-86681E4EC99F}" destId="{42D64488-EF99-4726-8D16-D2B84954577C}" srcOrd="0" destOrd="0" presId="urn:microsoft.com/office/officeart/2005/8/layout/process4"/>
    <dgm:cxn modelId="{FBF6B4A3-87AA-4426-B8A9-99BAEAA3D794}" type="presOf" srcId="{2A6E71A9-E4F0-49B9-AED5-12DF91555948}" destId="{E11C3AE2-5036-4DB4-AA80-F362F59B1FF8}" srcOrd="0" destOrd="0" presId="urn:microsoft.com/office/officeart/2005/8/layout/process4"/>
    <dgm:cxn modelId="{2FD056A6-AB8C-4E17-B917-A6C4F370413A}" type="presOf" srcId="{1196A352-A171-4524-917A-CC47C4B9B4EC}" destId="{298CB0D0-753A-4393-8499-E30C2AEBCDFD}" srcOrd="0" destOrd="0" presId="urn:microsoft.com/office/officeart/2005/8/layout/process4"/>
    <dgm:cxn modelId="{C88F54E4-F770-45FF-80E0-35AFF7F5BBAA}" srcId="{2A6E71A9-E4F0-49B9-AED5-12DF91555948}" destId="{1196A352-A171-4524-917A-CC47C4B9B4EC}" srcOrd="2" destOrd="0" parTransId="{AF4F5BAD-1DC4-4888-A819-5D9BBDE33F40}" sibTransId="{E53B4524-FA9E-4F86-95D3-615943DFB567}"/>
    <dgm:cxn modelId="{91C1BEC5-E5FD-406E-B1C0-27DC9134DA78}" type="presParOf" srcId="{E11C3AE2-5036-4DB4-AA80-F362F59B1FF8}" destId="{8508DF6B-56A3-4B03-8465-ECC52FC170BC}" srcOrd="0" destOrd="0" presId="urn:microsoft.com/office/officeart/2005/8/layout/process4"/>
    <dgm:cxn modelId="{543C6160-2FF4-4A0E-B6F1-5DC75509322B}" type="presParOf" srcId="{8508DF6B-56A3-4B03-8465-ECC52FC170BC}" destId="{298CB0D0-753A-4393-8499-E30C2AEBCDFD}" srcOrd="0" destOrd="0" presId="urn:microsoft.com/office/officeart/2005/8/layout/process4"/>
    <dgm:cxn modelId="{D3CEEAA0-4136-4216-9437-F51B90C054D4}" type="presParOf" srcId="{E11C3AE2-5036-4DB4-AA80-F362F59B1FF8}" destId="{4B28A1F4-3555-4FA5-8869-41CBFD92E6ED}" srcOrd="1" destOrd="0" presId="urn:microsoft.com/office/officeart/2005/8/layout/process4"/>
    <dgm:cxn modelId="{D6CE463E-CA9E-4A3B-82C2-B159AD0BE3EF}" type="presParOf" srcId="{E11C3AE2-5036-4DB4-AA80-F362F59B1FF8}" destId="{14161F16-AA26-4D3D-832C-375BD75B918E}" srcOrd="2" destOrd="0" presId="urn:microsoft.com/office/officeart/2005/8/layout/process4"/>
    <dgm:cxn modelId="{BD75A20B-08EA-430B-AC46-7508713A5B93}" type="presParOf" srcId="{14161F16-AA26-4D3D-832C-375BD75B918E}" destId="{42D64488-EF99-4726-8D16-D2B84954577C}" srcOrd="0" destOrd="0" presId="urn:microsoft.com/office/officeart/2005/8/layout/process4"/>
    <dgm:cxn modelId="{67D7C00D-F9BE-411F-AF52-231AB6FB31C6}" type="presParOf" srcId="{E11C3AE2-5036-4DB4-AA80-F362F59B1FF8}" destId="{2534E1FD-06ED-4C12-9F60-AF20DD872821}" srcOrd="3" destOrd="0" presId="urn:microsoft.com/office/officeart/2005/8/layout/process4"/>
    <dgm:cxn modelId="{3350D67F-A669-4FD7-A1DA-4ABBBE0E271C}" type="presParOf" srcId="{E11C3AE2-5036-4DB4-AA80-F362F59B1FF8}" destId="{60D83D68-C042-4E65-A985-266305D64B9D}" srcOrd="4" destOrd="0" presId="urn:microsoft.com/office/officeart/2005/8/layout/process4"/>
    <dgm:cxn modelId="{5AAAB62A-344B-4132-8098-E9DFB0BBAEF4}" type="presParOf" srcId="{60D83D68-C042-4E65-A985-266305D64B9D}" destId="{F4550F71-6C01-46FE-BF90-D91A4C6A8A9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AE0BA9A-61B0-48F9-8880-0E99E264932A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4AEA4D0-0D81-4282-BF89-C362DA8103B4}">
      <dgm:prSet/>
      <dgm:spPr/>
      <dgm:t>
        <a:bodyPr/>
        <a:lstStyle/>
        <a:p>
          <a:pPr>
            <a:defRPr b="1"/>
          </a:pPr>
          <a:r>
            <a:rPr lang="en-US" b="1"/>
            <a:t>Challenge 1:</a:t>
          </a:r>
          <a:r>
            <a:rPr lang="en-US"/>
            <a:t> Dynamic requirements for password validation.</a:t>
          </a:r>
        </a:p>
      </dgm:t>
    </dgm:pt>
    <dgm:pt modelId="{99E379A9-A0D3-4C56-8FF5-60324BEC8739}" type="parTrans" cxnId="{BAF06298-F223-4845-8C39-B6E3F1976357}">
      <dgm:prSet/>
      <dgm:spPr/>
      <dgm:t>
        <a:bodyPr/>
        <a:lstStyle/>
        <a:p>
          <a:endParaRPr lang="en-US"/>
        </a:p>
      </dgm:t>
    </dgm:pt>
    <dgm:pt modelId="{FF726810-429B-4007-952F-0DA9A8787577}" type="sibTrans" cxnId="{BAF06298-F223-4845-8C39-B6E3F1976357}">
      <dgm:prSet/>
      <dgm:spPr/>
      <dgm:t>
        <a:bodyPr/>
        <a:lstStyle/>
        <a:p>
          <a:endParaRPr lang="en-US"/>
        </a:p>
      </dgm:t>
    </dgm:pt>
    <dgm:pt modelId="{8FA3F927-8FDB-4FA8-88B7-92D7801959E7}">
      <dgm:prSet/>
      <dgm:spPr/>
      <dgm:t>
        <a:bodyPr/>
        <a:lstStyle/>
        <a:p>
          <a:r>
            <a:rPr lang="en-US" b="1"/>
            <a:t>Solution:</a:t>
          </a:r>
          <a:r>
            <a:rPr lang="en-US"/>
            <a:t> Implemented Strategy Pattern for validation flexibility (strategies.py).</a:t>
          </a:r>
        </a:p>
      </dgm:t>
    </dgm:pt>
    <dgm:pt modelId="{CBC7A251-A426-4023-AE8A-139DE4F78DE6}" type="parTrans" cxnId="{E3FB1FA4-BF58-47EE-9F5C-6C24EF091F10}">
      <dgm:prSet/>
      <dgm:spPr/>
      <dgm:t>
        <a:bodyPr/>
        <a:lstStyle/>
        <a:p>
          <a:endParaRPr lang="en-US"/>
        </a:p>
      </dgm:t>
    </dgm:pt>
    <dgm:pt modelId="{A7E6BD2B-3B3F-46DE-97AC-72F2FE03CB25}" type="sibTrans" cxnId="{E3FB1FA4-BF58-47EE-9F5C-6C24EF091F10}">
      <dgm:prSet/>
      <dgm:spPr/>
      <dgm:t>
        <a:bodyPr/>
        <a:lstStyle/>
        <a:p>
          <a:endParaRPr lang="en-US"/>
        </a:p>
      </dgm:t>
    </dgm:pt>
    <dgm:pt modelId="{E7693DAB-C26F-48CB-ABBC-E8E5AA3125FC}">
      <dgm:prSet/>
      <dgm:spPr/>
      <dgm:t>
        <a:bodyPr/>
        <a:lstStyle/>
        <a:p>
          <a:pPr>
            <a:defRPr b="1"/>
          </a:pPr>
          <a:r>
            <a:rPr lang="en-US" b="1"/>
            <a:t>Challenge 2:</a:t>
          </a:r>
          <a:r>
            <a:rPr lang="en-US"/>
            <a:t> Complex repository interactions.</a:t>
          </a:r>
        </a:p>
      </dgm:t>
    </dgm:pt>
    <dgm:pt modelId="{8223D31B-3B39-4497-8DB3-D042B6FB6C3D}" type="parTrans" cxnId="{AE8C6C1D-ABC2-4B0E-A745-50FAEFE3EF7D}">
      <dgm:prSet/>
      <dgm:spPr/>
      <dgm:t>
        <a:bodyPr/>
        <a:lstStyle/>
        <a:p>
          <a:endParaRPr lang="en-US"/>
        </a:p>
      </dgm:t>
    </dgm:pt>
    <dgm:pt modelId="{81AFF8DF-69E7-4655-A547-93E852041F4B}" type="sibTrans" cxnId="{AE8C6C1D-ABC2-4B0E-A745-50FAEFE3EF7D}">
      <dgm:prSet/>
      <dgm:spPr/>
      <dgm:t>
        <a:bodyPr/>
        <a:lstStyle/>
        <a:p>
          <a:endParaRPr lang="en-US"/>
        </a:p>
      </dgm:t>
    </dgm:pt>
    <dgm:pt modelId="{534F8991-539E-47DB-B400-FA18C28A123B}">
      <dgm:prSet/>
      <dgm:spPr/>
      <dgm:t>
        <a:bodyPr/>
        <a:lstStyle/>
        <a:p>
          <a:r>
            <a:rPr lang="en-US" b="1"/>
            <a:t>Solution:</a:t>
          </a:r>
          <a:r>
            <a:rPr lang="en-US"/>
            <a:t> Used BaseRepository for consistency and reusability (</a:t>
          </a:r>
          <a:r>
            <a:rPr lang="en-US" b="1" i="1"/>
            <a:t>base_repository.py</a:t>
          </a:r>
          <a:r>
            <a:rPr lang="en-US"/>
            <a:t>).</a:t>
          </a:r>
        </a:p>
      </dgm:t>
    </dgm:pt>
    <dgm:pt modelId="{909AC19E-B337-4D34-B7B6-143DE78A5B1C}" type="parTrans" cxnId="{7D6E527D-3B7F-48FD-B041-C8101B08467C}">
      <dgm:prSet/>
      <dgm:spPr/>
      <dgm:t>
        <a:bodyPr/>
        <a:lstStyle/>
        <a:p>
          <a:endParaRPr lang="en-US"/>
        </a:p>
      </dgm:t>
    </dgm:pt>
    <dgm:pt modelId="{8E4180B1-DE24-4356-94B4-689BAA7F64FD}" type="sibTrans" cxnId="{7D6E527D-3B7F-48FD-B041-C8101B08467C}">
      <dgm:prSet/>
      <dgm:spPr/>
      <dgm:t>
        <a:bodyPr/>
        <a:lstStyle/>
        <a:p>
          <a:endParaRPr lang="en-US"/>
        </a:p>
      </dgm:t>
    </dgm:pt>
    <dgm:pt modelId="{11A15FF1-1EC0-45DB-BBB7-4E5E5C5333A4}">
      <dgm:prSet/>
      <dgm:spPr/>
      <dgm:t>
        <a:bodyPr/>
        <a:lstStyle/>
        <a:p>
          <a:pPr>
            <a:defRPr b="1"/>
          </a:pPr>
          <a:r>
            <a:rPr lang="en-US" b="1"/>
            <a:t>Challenge 3:</a:t>
          </a:r>
          <a:r>
            <a:rPr lang="en-US"/>
            <a:t> Mitigation of common security risks.</a:t>
          </a:r>
        </a:p>
      </dgm:t>
    </dgm:pt>
    <dgm:pt modelId="{F7ED6B4E-BCBC-4944-AC77-73457574D657}" type="parTrans" cxnId="{1A4B9F4A-60E8-48D6-BD47-3572B472F8E1}">
      <dgm:prSet/>
      <dgm:spPr/>
      <dgm:t>
        <a:bodyPr/>
        <a:lstStyle/>
        <a:p>
          <a:endParaRPr lang="en-US"/>
        </a:p>
      </dgm:t>
    </dgm:pt>
    <dgm:pt modelId="{BE4F6E7D-6F03-4F0C-BD73-C860D3919F7E}" type="sibTrans" cxnId="{1A4B9F4A-60E8-48D6-BD47-3572B472F8E1}">
      <dgm:prSet/>
      <dgm:spPr/>
      <dgm:t>
        <a:bodyPr/>
        <a:lstStyle/>
        <a:p>
          <a:endParaRPr lang="en-US"/>
        </a:p>
      </dgm:t>
    </dgm:pt>
    <dgm:pt modelId="{48A70ADD-088C-470A-8BB2-E2CD77EB971D}">
      <dgm:prSet/>
      <dgm:spPr/>
      <dgm:t>
        <a:bodyPr/>
        <a:lstStyle/>
        <a:p>
          <a:r>
            <a:rPr lang="en-US" b="1" dirty="0"/>
            <a:t>Solution:</a:t>
          </a:r>
          <a:r>
            <a:rPr lang="en-US" dirty="0"/>
            <a:t> Input sanitization and secure authentication via bcrypt (</a:t>
          </a:r>
          <a:r>
            <a:rPr lang="en-US" b="1" i="1" dirty="0"/>
            <a:t>user_service.py </a:t>
          </a:r>
          <a:r>
            <a:rPr lang="en-US" dirty="0"/>
            <a:t>and </a:t>
          </a:r>
          <a:r>
            <a:rPr lang="en-US" b="1" i="1" dirty="0"/>
            <a:t>validators.py</a:t>
          </a:r>
          <a:r>
            <a:rPr lang="en-US" dirty="0"/>
            <a:t>).</a:t>
          </a:r>
        </a:p>
      </dgm:t>
    </dgm:pt>
    <dgm:pt modelId="{BB6E9BA5-7AF0-4E08-8BDB-8B3CB72BCF30}" type="parTrans" cxnId="{4300AF48-9A4C-418B-BE9F-EF3D6C231F59}">
      <dgm:prSet/>
      <dgm:spPr/>
      <dgm:t>
        <a:bodyPr/>
        <a:lstStyle/>
        <a:p>
          <a:endParaRPr lang="en-US"/>
        </a:p>
      </dgm:t>
    </dgm:pt>
    <dgm:pt modelId="{7C087F2E-E22F-400B-AEE6-C97460B046A2}" type="sibTrans" cxnId="{4300AF48-9A4C-418B-BE9F-EF3D6C231F59}">
      <dgm:prSet/>
      <dgm:spPr/>
      <dgm:t>
        <a:bodyPr/>
        <a:lstStyle/>
        <a:p>
          <a:endParaRPr lang="en-US"/>
        </a:p>
      </dgm:t>
    </dgm:pt>
    <dgm:pt modelId="{F4C6798D-FAD6-4498-88C7-B61ADF7569C5}" type="pres">
      <dgm:prSet presAssocID="{7AE0BA9A-61B0-48F9-8880-0E99E264932A}" presName="linear" presStyleCnt="0">
        <dgm:presLayoutVars>
          <dgm:dir/>
          <dgm:animLvl val="lvl"/>
          <dgm:resizeHandles val="exact"/>
        </dgm:presLayoutVars>
      </dgm:prSet>
      <dgm:spPr/>
    </dgm:pt>
    <dgm:pt modelId="{2ACAD17E-18F7-411B-B26A-67947923DA85}" type="pres">
      <dgm:prSet presAssocID="{64AEA4D0-0D81-4282-BF89-C362DA8103B4}" presName="parentLin" presStyleCnt="0"/>
      <dgm:spPr/>
    </dgm:pt>
    <dgm:pt modelId="{896D6213-580E-4672-863B-0E6FAA3472A1}" type="pres">
      <dgm:prSet presAssocID="{64AEA4D0-0D81-4282-BF89-C362DA8103B4}" presName="parentLeftMargin" presStyleLbl="node1" presStyleIdx="0" presStyleCnt="3"/>
      <dgm:spPr/>
    </dgm:pt>
    <dgm:pt modelId="{7899ABEA-7F9E-4F75-9EA3-6AF61E9FB603}" type="pres">
      <dgm:prSet presAssocID="{64AEA4D0-0D81-4282-BF89-C362DA8103B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430E21D-A602-4679-AAAA-AEFA2600C61C}" type="pres">
      <dgm:prSet presAssocID="{64AEA4D0-0D81-4282-BF89-C362DA8103B4}" presName="negativeSpace" presStyleCnt="0"/>
      <dgm:spPr/>
    </dgm:pt>
    <dgm:pt modelId="{5A6C8CEC-2E7E-415C-90DE-71BA17B5826A}" type="pres">
      <dgm:prSet presAssocID="{64AEA4D0-0D81-4282-BF89-C362DA8103B4}" presName="childText" presStyleLbl="conFgAcc1" presStyleIdx="0" presStyleCnt="3">
        <dgm:presLayoutVars>
          <dgm:bulletEnabled val="1"/>
        </dgm:presLayoutVars>
      </dgm:prSet>
      <dgm:spPr/>
    </dgm:pt>
    <dgm:pt modelId="{EF9A4DF8-8924-4C89-9D63-5CFE379B99B6}" type="pres">
      <dgm:prSet presAssocID="{FF726810-429B-4007-952F-0DA9A8787577}" presName="spaceBetweenRectangles" presStyleCnt="0"/>
      <dgm:spPr/>
    </dgm:pt>
    <dgm:pt modelId="{9E8A755D-8B13-4916-9F60-514A559EEA28}" type="pres">
      <dgm:prSet presAssocID="{E7693DAB-C26F-48CB-ABBC-E8E5AA3125FC}" presName="parentLin" presStyleCnt="0"/>
      <dgm:spPr/>
    </dgm:pt>
    <dgm:pt modelId="{3E490B67-81F0-4278-BB4B-F92AFC2737AC}" type="pres">
      <dgm:prSet presAssocID="{E7693DAB-C26F-48CB-ABBC-E8E5AA3125FC}" presName="parentLeftMargin" presStyleLbl="node1" presStyleIdx="0" presStyleCnt="3"/>
      <dgm:spPr/>
    </dgm:pt>
    <dgm:pt modelId="{A9DF243B-F502-47CF-A960-1C794571B361}" type="pres">
      <dgm:prSet presAssocID="{E7693DAB-C26F-48CB-ABBC-E8E5AA3125F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DD175E9-1B18-47E5-A712-004ED2BFC9AD}" type="pres">
      <dgm:prSet presAssocID="{E7693DAB-C26F-48CB-ABBC-E8E5AA3125FC}" presName="negativeSpace" presStyleCnt="0"/>
      <dgm:spPr/>
    </dgm:pt>
    <dgm:pt modelId="{18F48929-5E65-42B0-AE36-3A87F7FB9475}" type="pres">
      <dgm:prSet presAssocID="{E7693DAB-C26F-48CB-ABBC-E8E5AA3125FC}" presName="childText" presStyleLbl="conFgAcc1" presStyleIdx="1" presStyleCnt="3">
        <dgm:presLayoutVars>
          <dgm:bulletEnabled val="1"/>
        </dgm:presLayoutVars>
      </dgm:prSet>
      <dgm:spPr/>
    </dgm:pt>
    <dgm:pt modelId="{7D123003-A45D-4ED4-822B-17A4CB59281D}" type="pres">
      <dgm:prSet presAssocID="{81AFF8DF-69E7-4655-A547-93E852041F4B}" presName="spaceBetweenRectangles" presStyleCnt="0"/>
      <dgm:spPr/>
    </dgm:pt>
    <dgm:pt modelId="{2FA95165-FACC-4898-892E-0946948AF781}" type="pres">
      <dgm:prSet presAssocID="{11A15FF1-1EC0-45DB-BBB7-4E5E5C5333A4}" presName="parentLin" presStyleCnt="0"/>
      <dgm:spPr/>
    </dgm:pt>
    <dgm:pt modelId="{C6FD5FFA-153C-4183-93FD-87801A94B2C4}" type="pres">
      <dgm:prSet presAssocID="{11A15FF1-1EC0-45DB-BBB7-4E5E5C5333A4}" presName="parentLeftMargin" presStyleLbl="node1" presStyleIdx="1" presStyleCnt="3"/>
      <dgm:spPr/>
    </dgm:pt>
    <dgm:pt modelId="{D95E5DF9-207C-4A1A-B985-FC3A5671E9F1}" type="pres">
      <dgm:prSet presAssocID="{11A15FF1-1EC0-45DB-BBB7-4E5E5C5333A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C8B6B60-89EE-469E-891F-735830C04518}" type="pres">
      <dgm:prSet presAssocID="{11A15FF1-1EC0-45DB-BBB7-4E5E5C5333A4}" presName="negativeSpace" presStyleCnt="0"/>
      <dgm:spPr/>
    </dgm:pt>
    <dgm:pt modelId="{EBA437DD-6A1A-4B26-8EA3-DDE2DAF9EC53}" type="pres">
      <dgm:prSet presAssocID="{11A15FF1-1EC0-45DB-BBB7-4E5E5C5333A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1E96818-B21E-486F-A937-ADA2E41E7D87}" type="presOf" srcId="{48A70ADD-088C-470A-8BB2-E2CD77EB971D}" destId="{EBA437DD-6A1A-4B26-8EA3-DDE2DAF9EC53}" srcOrd="0" destOrd="0" presId="urn:microsoft.com/office/officeart/2005/8/layout/list1"/>
    <dgm:cxn modelId="{AE8C6C1D-ABC2-4B0E-A745-50FAEFE3EF7D}" srcId="{7AE0BA9A-61B0-48F9-8880-0E99E264932A}" destId="{E7693DAB-C26F-48CB-ABBC-E8E5AA3125FC}" srcOrd="1" destOrd="0" parTransId="{8223D31B-3B39-4497-8DB3-D042B6FB6C3D}" sibTransId="{81AFF8DF-69E7-4655-A547-93E852041F4B}"/>
    <dgm:cxn modelId="{E236DA2B-D233-4301-952D-4A44326CADCA}" type="presOf" srcId="{E7693DAB-C26F-48CB-ABBC-E8E5AA3125FC}" destId="{A9DF243B-F502-47CF-A960-1C794571B361}" srcOrd="1" destOrd="0" presId="urn:microsoft.com/office/officeart/2005/8/layout/list1"/>
    <dgm:cxn modelId="{4300AF48-9A4C-418B-BE9F-EF3D6C231F59}" srcId="{11A15FF1-1EC0-45DB-BBB7-4E5E5C5333A4}" destId="{48A70ADD-088C-470A-8BB2-E2CD77EB971D}" srcOrd="0" destOrd="0" parTransId="{BB6E9BA5-7AF0-4E08-8BDB-8B3CB72BCF30}" sibTransId="{7C087F2E-E22F-400B-AEE6-C97460B046A2}"/>
    <dgm:cxn modelId="{1A4B9F4A-60E8-48D6-BD47-3572B472F8E1}" srcId="{7AE0BA9A-61B0-48F9-8880-0E99E264932A}" destId="{11A15FF1-1EC0-45DB-BBB7-4E5E5C5333A4}" srcOrd="2" destOrd="0" parTransId="{F7ED6B4E-BCBC-4944-AC77-73457574D657}" sibTransId="{BE4F6E7D-6F03-4F0C-BD73-C860D3919F7E}"/>
    <dgm:cxn modelId="{CB71F470-F9E9-40FF-B95B-2A4AE8D7E844}" type="presOf" srcId="{8FA3F927-8FDB-4FA8-88B7-92D7801959E7}" destId="{5A6C8CEC-2E7E-415C-90DE-71BA17B5826A}" srcOrd="0" destOrd="0" presId="urn:microsoft.com/office/officeart/2005/8/layout/list1"/>
    <dgm:cxn modelId="{7D6E527D-3B7F-48FD-B041-C8101B08467C}" srcId="{E7693DAB-C26F-48CB-ABBC-E8E5AA3125FC}" destId="{534F8991-539E-47DB-B400-FA18C28A123B}" srcOrd="0" destOrd="0" parTransId="{909AC19E-B337-4D34-B7B6-143DE78A5B1C}" sibTransId="{8E4180B1-DE24-4356-94B4-689BAA7F64FD}"/>
    <dgm:cxn modelId="{53403782-3DDC-492F-8A70-80B1E5FBB3B9}" type="presOf" srcId="{534F8991-539E-47DB-B400-FA18C28A123B}" destId="{18F48929-5E65-42B0-AE36-3A87F7FB9475}" srcOrd="0" destOrd="0" presId="urn:microsoft.com/office/officeart/2005/8/layout/list1"/>
    <dgm:cxn modelId="{BAF06298-F223-4845-8C39-B6E3F1976357}" srcId="{7AE0BA9A-61B0-48F9-8880-0E99E264932A}" destId="{64AEA4D0-0D81-4282-BF89-C362DA8103B4}" srcOrd="0" destOrd="0" parTransId="{99E379A9-A0D3-4C56-8FF5-60324BEC8739}" sibTransId="{FF726810-429B-4007-952F-0DA9A8787577}"/>
    <dgm:cxn modelId="{E3FB1FA4-BF58-47EE-9F5C-6C24EF091F10}" srcId="{64AEA4D0-0D81-4282-BF89-C362DA8103B4}" destId="{8FA3F927-8FDB-4FA8-88B7-92D7801959E7}" srcOrd="0" destOrd="0" parTransId="{CBC7A251-A426-4023-AE8A-139DE4F78DE6}" sibTransId="{A7E6BD2B-3B3F-46DE-97AC-72F2FE03CB25}"/>
    <dgm:cxn modelId="{559573AF-36A3-4654-8197-A09E5732B932}" type="presOf" srcId="{E7693DAB-C26F-48CB-ABBC-E8E5AA3125FC}" destId="{3E490B67-81F0-4278-BB4B-F92AFC2737AC}" srcOrd="0" destOrd="0" presId="urn:microsoft.com/office/officeart/2005/8/layout/list1"/>
    <dgm:cxn modelId="{E71274B4-A8DC-4F96-A1F3-70CAD134DBC7}" type="presOf" srcId="{11A15FF1-1EC0-45DB-BBB7-4E5E5C5333A4}" destId="{D95E5DF9-207C-4A1A-B985-FC3A5671E9F1}" srcOrd="1" destOrd="0" presId="urn:microsoft.com/office/officeart/2005/8/layout/list1"/>
    <dgm:cxn modelId="{F731ECB9-46C6-4795-A140-DD5DF1DD7E25}" type="presOf" srcId="{64AEA4D0-0D81-4282-BF89-C362DA8103B4}" destId="{896D6213-580E-4672-863B-0E6FAA3472A1}" srcOrd="0" destOrd="0" presId="urn:microsoft.com/office/officeart/2005/8/layout/list1"/>
    <dgm:cxn modelId="{527052CD-4943-42DF-A82E-46EA848DBCD1}" type="presOf" srcId="{64AEA4D0-0D81-4282-BF89-C362DA8103B4}" destId="{7899ABEA-7F9E-4F75-9EA3-6AF61E9FB603}" srcOrd="1" destOrd="0" presId="urn:microsoft.com/office/officeart/2005/8/layout/list1"/>
    <dgm:cxn modelId="{65EC0BDD-723D-4A56-B09F-FD1E3809058C}" type="presOf" srcId="{7AE0BA9A-61B0-48F9-8880-0E99E264932A}" destId="{F4C6798D-FAD6-4498-88C7-B61ADF7569C5}" srcOrd="0" destOrd="0" presId="urn:microsoft.com/office/officeart/2005/8/layout/list1"/>
    <dgm:cxn modelId="{2D10F3E2-0FEF-407C-95C1-032CE380429E}" type="presOf" srcId="{11A15FF1-1EC0-45DB-BBB7-4E5E5C5333A4}" destId="{C6FD5FFA-153C-4183-93FD-87801A94B2C4}" srcOrd="0" destOrd="0" presId="urn:microsoft.com/office/officeart/2005/8/layout/list1"/>
    <dgm:cxn modelId="{1D723527-4888-46F9-BAF3-4888C22B9C90}" type="presParOf" srcId="{F4C6798D-FAD6-4498-88C7-B61ADF7569C5}" destId="{2ACAD17E-18F7-411B-B26A-67947923DA85}" srcOrd="0" destOrd="0" presId="urn:microsoft.com/office/officeart/2005/8/layout/list1"/>
    <dgm:cxn modelId="{DD78881F-571A-4D4E-B68F-9D16B05D5175}" type="presParOf" srcId="{2ACAD17E-18F7-411B-B26A-67947923DA85}" destId="{896D6213-580E-4672-863B-0E6FAA3472A1}" srcOrd="0" destOrd="0" presId="urn:microsoft.com/office/officeart/2005/8/layout/list1"/>
    <dgm:cxn modelId="{549C5FE7-CF7D-4B0C-B93F-E3A953668323}" type="presParOf" srcId="{2ACAD17E-18F7-411B-B26A-67947923DA85}" destId="{7899ABEA-7F9E-4F75-9EA3-6AF61E9FB603}" srcOrd="1" destOrd="0" presId="urn:microsoft.com/office/officeart/2005/8/layout/list1"/>
    <dgm:cxn modelId="{AC583F89-4710-47E1-9549-385433AAC30E}" type="presParOf" srcId="{F4C6798D-FAD6-4498-88C7-B61ADF7569C5}" destId="{B430E21D-A602-4679-AAAA-AEFA2600C61C}" srcOrd="1" destOrd="0" presId="urn:microsoft.com/office/officeart/2005/8/layout/list1"/>
    <dgm:cxn modelId="{E9BE9C5C-12E4-4948-BBF4-9663623CC253}" type="presParOf" srcId="{F4C6798D-FAD6-4498-88C7-B61ADF7569C5}" destId="{5A6C8CEC-2E7E-415C-90DE-71BA17B5826A}" srcOrd="2" destOrd="0" presId="urn:microsoft.com/office/officeart/2005/8/layout/list1"/>
    <dgm:cxn modelId="{21762245-3B93-4FEF-9C45-A2D7B2162923}" type="presParOf" srcId="{F4C6798D-FAD6-4498-88C7-B61ADF7569C5}" destId="{EF9A4DF8-8924-4C89-9D63-5CFE379B99B6}" srcOrd="3" destOrd="0" presId="urn:microsoft.com/office/officeart/2005/8/layout/list1"/>
    <dgm:cxn modelId="{35D35DE4-A17A-48CA-A42D-644E413F53A8}" type="presParOf" srcId="{F4C6798D-FAD6-4498-88C7-B61ADF7569C5}" destId="{9E8A755D-8B13-4916-9F60-514A559EEA28}" srcOrd="4" destOrd="0" presId="urn:microsoft.com/office/officeart/2005/8/layout/list1"/>
    <dgm:cxn modelId="{D9C8E04C-9F7A-4A01-9ADA-798D85FFB045}" type="presParOf" srcId="{9E8A755D-8B13-4916-9F60-514A559EEA28}" destId="{3E490B67-81F0-4278-BB4B-F92AFC2737AC}" srcOrd="0" destOrd="0" presId="urn:microsoft.com/office/officeart/2005/8/layout/list1"/>
    <dgm:cxn modelId="{817EA830-3D05-480E-9F40-DFE484D9771E}" type="presParOf" srcId="{9E8A755D-8B13-4916-9F60-514A559EEA28}" destId="{A9DF243B-F502-47CF-A960-1C794571B361}" srcOrd="1" destOrd="0" presId="urn:microsoft.com/office/officeart/2005/8/layout/list1"/>
    <dgm:cxn modelId="{7A7D8926-6371-4B89-B068-710ED010994D}" type="presParOf" srcId="{F4C6798D-FAD6-4498-88C7-B61ADF7569C5}" destId="{2DD175E9-1B18-47E5-A712-004ED2BFC9AD}" srcOrd="5" destOrd="0" presId="urn:microsoft.com/office/officeart/2005/8/layout/list1"/>
    <dgm:cxn modelId="{84F8BA44-9DA0-4901-B0A7-B4B7C11B91F7}" type="presParOf" srcId="{F4C6798D-FAD6-4498-88C7-B61ADF7569C5}" destId="{18F48929-5E65-42B0-AE36-3A87F7FB9475}" srcOrd="6" destOrd="0" presId="urn:microsoft.com/office/officeart/2005/8/layout/list1"/>
    <dgm:cxn modelId="{CB9A924F-321F-4355-B51D-D30DE06B1954}" type="presParOf" srcId="{F4C6798D-FAD6-4498-88C7-B61ADF7569C5}" destId="{7D123003-A45D-4ED4-822B-17A4CB59281D}" srcOrd="7" destOrd="0" presId="urn:microsoft.com/office/officeart/2005/8/layout/list1"/>
    <dgm:cxn modelId="{5F005AA1-A0F6-4AE7-A2E8-EC58691D0D9D}" type="presParOf" srcId="{F4C6798D-FAD6-4498-88C7-B61ADF7569C5}" destId="{2FA95165-FACC-4898-892E-0946948AF781}" srcOrd="8" destOrd="0" presId="urn:microsoft.com/office/officeart/2005/8/layout/list1"/>
    <dgm:cxn modelId="{E66977E6-D486-4811-BA62-AEC1DB872881}" type="presParOf" srcId="{2FA95165-FACC-4898-892E-0946948AF781}" destId="{C6FD5FFA-153C-4183-93FD-87801A94B2C4}" srcOrd="0" destOrd="0" presId="urn:microsoft.com/office/officeart/2005/8/layout/list1"/>
    <dgm:cxn modelId="{81FD97A4-3109-4BB1-82DC-87DCE2AEAA32}" type="presParOf" srcId="{2FA95165-FACC-4898-892E-0946948AF781}" destId="{D95E5DF9-207C-4A1A-B985-FC3A5671E9F1}" srcOrd="1" destOrd="0" presId="urn:microsoft.com/office/officeart/2005/8/layout/list1"/>
    <dgm:cxn modelId="{4EBF3A87-F4FC-41AA-B154-6B59515361FC}" type="presParOf" srcId="{F4C6798D-FAD6-4498-88C7-B61ADF7569C5}" destId="{8C8B6B60-89EE-469E-891F-735830C04518}" srcOrd="9" destOrd="0" presId="urn:microsoft.com/office/officeart/2005/8/layout/list1"/>
    <dgm:cxn modelId="{55D00AC2-9E28-4D69-A2D0-D119C43CC602}" type="presParOf" srcId="{F4C6798D-FAD6-4498-88C7-B61ADF7569C5}" destId="{EBA437DD-6A1A-4B26-8EA3-DDE2DAF9EC5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0673D74-9866-4C15-8D36-A3CF0872F3F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099A781-1E59-4735-89B4-A602475A6703}">
      <dgm:prSet/>
      <dgm:spPr/>
      <dgm:t>
        <a:bodyPr/>
        <a:lstStyle/>
        <a:p>
          <a:r>
            <a:rPr lang="en-US" b="1"/>
            <a:t>The importance of maintaining modular code for scalability.</a:t>
          </a:r>
          <a:endParaRPr lang="en-US"/>
        </a:p>
      </dgm:t>
    </dgm:pt>
    <dgm:pt modelId="{7A12F527-D938-4D44-AA24-D90C70D1C9AA}" type="parTrans" cxnId="{B3103CD6-14CF-4007-8C20-2DA132E35762}">
      <dgm:prSet/>
      <dgm:spPr/>
      <dgm:t>
        <a:bodyPr/>
        <a:lstStyle/>
        <a:p>
          <a:endParaRPr lang="en-US"/>
        </a:p>
      </dgm:t>
    </dgm:pt>
    <dgm:pt modelId="{1D792393-1CD1-4042-9C45-9096419DCE75}" type="sibTrans" cxnId="{B3103CD6-14CF-4007-8C20-2DA132E35762}">
      <dgm:prSet/>
      <dgm:spPr/>
      <dgm:t>
        <a:bodyPr/>
        <a:lstStyle/>
        <a:p>
          <a:endParaRPr lang="en-US"/>
        </a:p>
      </dgm:t>
    </dgm:pt>
    <dgm:pt modelId="{6B4407D2-3879-4384-B872-3A38CDC5AF67}">
      <dgm:prSet/>
      <dgm:spPr/>
      <dgm:t>
        <a:bodyPr/>
        <a:lstStyle/>
        <a:p>
          <a:r>
            <a:rPr lang="en-US" b="1"/>
            <a:t>Application of object-oriented principles in real-world projects.</a:t>
          </a:r>
          <a:endParaRPr lang="en-US"/>
        </a:p>
      </dgm:t>
    </dgm:pt>
    <dgm:pt modelId="{337D0E4B-4E88-4B84-93EF-4D57B9FF3543}" type="parTrans" cxnId="{1F02C097-6B06-4517-ADDE-0A12738B1455}">
      <dgm:prSet/>
      <dgm:spPr/>
      <dgm:t>
        <a:bodyPr/>
        <a:lstStyle/>
        <a:p>
          <a:endParaRPr lang="en-US"/>
        </a:p>
      </dgm:t>
    </dgm:pt>
    <dgm:pt modelId="{DD6FFA95-E9B7-464D-8E2C-B1834EABA2F0}" type="sibTrans" cxnId="{1F02C097-6B06-4517-ADDE-0A12738B1455}">
      <dgm:prSet/>
      <dgm:spPr/>
      <dgm:t>
        <a:bodyPr/>
        <a:lstStyle/>
        <a:p>
          <a:endParaRPr lang="en-US"/>
        </a:p>
      </dgm:t>
    </dgm:pt>
    <dgm:pt modelId="{A942FF9A-42BA-430B-ABD7-196DCFB65EB0}">
      <dgm:prSet/>
      <dgm:spPr/>
      <dgm:t>
        <a:bodyPr/>
        <a:lstStyle/>
        <a:p>
          <a:r>
            <a:rPr lang="en-US" b="1"/>
            <a:t>Benefits of secure programming practices in minimizing vulnerabilities.</a:t>
          </a:r>
          <a:endParaRPr lang="en-US"/>
        </a:p>
      </dgm:t>
    </dgm:pt>
    <dgm:pt modelId="{98FDFED5-CBD5-4994-AC69-94CC48E2DED1}" type="parTrans" cxnId="{5556BED8-5510-4124-8478-118C8E44BB7A}">
      <dgm:prSet/>
      <dgm:spPr/>
      <dgm:t>
        <a:bodyPr/>
        <a:lstStyle/>
        <a:p>
          <a:endParaRPr lang="en-US"/>
        </a:p>
      </dgm:t>
    </dgm:pt>
    <dgm:pt modelId="{EF2B721E-C5DD-40D2-9A70-2DFAC52B6B1E}" type="sibTrans" cxnId="{5556BED8-5510-4124-8478-118C8E44BB7A}">
      <dgm:prSet/>
      <dgm:spPr/>
      <dgm:t>
        <a:bodyPr/>
        <a:lstStyle/>
        <a:p>
          <a:endParaRPr lang="en-US"/>
        </a:p>
      </dgm:t>
    </dgm:pt>
    <dgm:pt modelId="{65C057F6-3E11-45D4-BD23-ACF3900C112F}" type="pres">
      <dgm:prSet presAssocID="{20673D74-9866-4C15-8D36-A3CF0872F3F3}" presName="vert0" presStyleCnt="0">
        <dgm:presLayoutVars>
          <dgm:dir/>
          <dgm:animOne val="branch"/>
          <dgm:animLvl val="lvl"/>
        </dgm:presLayoutVars>
      </dgm:prSet>
      <dgm:spPr/>
    </dgm:pt>
    <dgm:pt modelId="{8F00E5AD-AD73-4A35-8D7A-BE3BAC8E792F}" type="pres">
      <dgm:prSet presAssocID="{1099A781-1E59-4735-89B4-A602475A6703}" presName="thickLine" presStyleLbl="alignNode1" presStyleIdx="0" presStyleCnt="3"/>
      <dgm:spPr/>
    </dgm:pt>
    <dgm:pt modelId="{453E3742-A2B4-4B04-A248-D4B5507FFCD4}" type="pres">
      <dgm:prSet presAssocID="{1099A781-1E59-4735-89B4-A602475A6703}" presName="horz1" presStyleCnt="0"/>
      <dgm:spPr/>
    </dgm:pt>
    <dgm:pt modelId="{B8B58121-81CB-4CAD-BC9C-EC2C3598D221}" type="pres">
      <dgm:prSet presAssocID="{1099A781-1E59-4735-89B4-A602475A6703}" presName="tx1" presStyleLbl="revTx" presStyleIdx="0" presStyleCnt="3"/>
      <dgm:spPr/>
    </dgm:pt>
    <dgm:pt modelId="{7DF4013E-AB04-4173-88B2-79EAE9152664}" type="pres">
      <dgm:prSet presAssocID="{1099A781-1E59-4735-89B4-A602475A6703}" presName="vert1" presStyleCnt="0"/>
      <dgm:spPr/>
    </dgm:pt>
    <dgm:pt modelId="{2BFDA94C-862C-417C-82A0-D73797044781}" type="pres">
      <dgm:prSet presAssocID="{6B4407D2-3879-4384-B872-3A38CDC5AF67}" presName="thickLine" presStyleLbl="alignNode1" presStyleIdx="1" presStyleCnt="3"/>
      <dgm:spPr/>
    </dgm:pt>
    <dgm:pt modelId="{9465BB84-ACA5-49E8-80B1-0DD4DAEDE647}" type="pres">
      <dgm:prSet presAssocID="{6B4407D2-3879-4384-B872-3A38CDC5AF67}" presName="horz1" presStyleCnt="0"/>
      <dgm:spPr/>
    </dgm:pt>
    <dgm:pt modelId="{AACF669A-6B8A-416E-8B91-433129C8AA79}" type="pres">
      <dgm:prSet presAssocID="{6B4407D2-3879-4384-B872-3A38CDC5AF67}" presName="tx1" presStyleLbl="revTx" presStyleIdx="1" presStyleCnt="3"/>
      <dgm:spPr/>
    </dgm:pt>
    <dgm:pt modelId="{FDB8BE04-DC0B-4BE5-B635-3241E612CA60}" type="pres">
      <dgm:prSet presAssocID="{6B4407D2-3879-4384-B872-3A38CDC5AF67}" presName="vert1" presStyleCnt="0"/>
      <dgm:spPr/>
    </dgm:pt>
    <dgm:pt modelId="{78602FE9-0304-4D92-AFD1-B38623BEA7D4}" type="pres">
      <dgm:prSet presAssocID="{A942FF9A-42BA-430B-ABD7-196DCFB65EB0}" presName="thickLine" presStyleLbl="alignNode1" presStyleIdx="2" presStyleCnt="3"/>
      <dgm:spPr/>
    </dgm:pt>
    <dgm:pt modelId="{8AEE9801-A609-422E-B100-0A92A682124B}" type="pres">
      <dgm:prSet presAssocID="{A942FF9A-42BA-430B-ABD7-196DCFB65EB0}" presName="horz1" presStyleCnt="0"/>
      <dgm:spPr/>
    </dgm:pt>
    <dgm:pt modelId="{D7F297F4-AE95-42D9-91CB-CAF1A51CE48D}" type="pres">
      <dgm:prSet presAssocID="{A942FF9A-42BA-430B-ABD7-196DCFB65EB0}" presName="tx1" presStyleLbl="revTx" presStyleIdx="2" presStyleCnt="3"/>
      <dgm:spPr/>
    </dgm:pt>
    <dgm:pt modelId="{74BF0CA8-7E0C-4A66-BC15-C18A6E09F472}" type="pres">
      <dgm:prSet presAssocID="{A942FF9A-42BA-430B-ABD7-196DCFB65EB0}" presName="vert1" presStyleCnt="0"/>
      <dgm:spPr/>
    </dgm:pt>
  </dgm:ptLst>
  <dgm:cxnLst>
    <dgm:cxn modelId="{FE94323B-6943-4F55-B116-EFC685AB220E}" type="presOf" srcId="{20673D74-9866-4C15-8D36-A3CF0872F3F3}" destId="{65C057F6-3E11-45D4-BD23-ACF3900C112F}" srcOrd="0" destOrd="0" presId="urn:microsoft.com/office/officeart/2008/layout/LinedList"/>
    <dgm:cxn modelId="{B0A0BE6E-4117-4886-A045-35448174B012}" type="presOf" srcId="{A942FF9A-42BA-430B-ABD7-196DCFB65EB0}" destId="{D7F297F4-AE95-42D9-91CB-CAF1A51CE48D}" srcOrd="0" destOrd="0" presId="urn:microsoft.com/office/officeart/2008/layout/LinedList"/>
    <dgm:cxn modelId="{1F02C097-6B06-4517-ADDE-0A12738B1455}" srcId="{20673D74-9866-4C15-8D36-A3CF0872F3F3}" destId="{6B4407D2-3879-4384-B872-3A38CDC5AF67}" srcOrd="1" destOrd="0" parTransId="{337D0E4B-4E88-4B84-93EF-4D57B9FF3543}" sibTransId="{DD6FFA95-E9B7-464D-8E2C-B1834EABA2F0}"/>
    <dgm:cxn modelId="{6DAB88A7-38E4-4DDD-83FB-5453AA557A03}" type="presOf" srcId="{6B4407D2-3879-4384-B872-3A38CDC5AF67}" destId="{AACF669A-6B8A-416E-8B91-433129C8AA79}" srcOrd="0" destOrd="0" presId="urn:microsoft.com/office/officeart/2008/layout/LinedList"/>
    <dgm:cxn modelId="{B3103CD6-14CF-4007-8C20-2DA132E35762}" srcId="{20673D74-9866-4C15-8D36-A3CF0872F3F3}" destId="{1099A781-1E59-4735-89B4-A602475A6703}" srcOrd="0" destOrd="0" parTransId="{7A12F527-D938-4D44-AA24-D90C70D1C9AA}" sibTransId="{1D792393-1CD1-4042-9C45-9096419DCE75}"/>
    <dgm:cxn modelId="{5556BED8-5510-4124-8478-118C8E44BB7A}" srcId="{20673D74-9866-4C15-8D36-A3CF0872F3F3}" destId="{A942FF9A-42BA-430B-ABD7-196DCFB65EB0}" srcOrd="2" destOrd="0" parTransId="{98FDFED5-CBD5-4994-AC69-94CC48E2DED1}" sibTransId="{EF2B721E-C5DD-40D2-9A70-2DFAC52B6B1E}"/>
    <dgm:cxn modelId="{C7EB99F6-FE53-4557-902C-1F11C54933FB}" type="presOf" srcId="{1099A781-1E59-4735-89B4-A602475A6703}" destId="{B8B58121-81CB-4CAD-BC9C-EC2C3598D221}" srcOrd="0" destOrd="0" presId="urn:microsoft.com/office/officeart/2008/layout/LinedList"/>
    <dgm:cxn modelId="{EC6DA739-9997-4170-9E2B-6E39A006D070}" type="presParOf" srcId="{65C057F6-3E11-45D4-BD23-ACF3900C112F}" destId="{8F00E5AD-AD73-4A35-8D7A-BE3BAC8E792F}" srcOrd="0" destOrd="0" presId="urn:microsoft.com/office/officeart/2008/layout/LinedList"/>
    <dgm:cxn modelId="{42BC30AD-6BD5-4F27-A20D-D53C4C8F6FB2}" type="presParOf" srcId="{65C057F6-3E11-45D4-BD23-ACF3900C112F}" destId="{453E3742-A2B4-4B04-A248-D4B5507FFCD4}" srcOrd="1" destOrd="0" presId="urn:microsoft.com/office/officeart/2008/layout/LinedList"/>
    <dgm:cxn modelId="{3C173861-3E9E-4779-BE7E-BC0268363319}" type="presParOf" srcId="{453E3742-A2B4-4B04-A248-D4B5507FFCD4}" destId="{B8B58121-81CB-4CAD-BC9C-EC2C3598D221}" srcOrd="0" destOrd="0" presId="urn:microsoft.com/office/officeart/2008/layout/LinedList"/>
    <dgm:cxn modelId="{6C6C74F9-376D-4745-AADE-E729A8EFFF99}" type="presParOf" srcId="{453E3742-A2B4-4B04-A248-D4B5507FFCD4}" destId="{7DF4013E-AB04-4173-88B2-79EAE9152664}" srcOrd="1" destOrd="0" presId="urn:microsoft.com/office/officeart/2008/layout/LinedList"/>
    <dgm:cxn modelId="{4A3C56AA-C129-40B1-AFA8-BE76E2757672}" type="presParOf" srcId="{65C057F6-3E11-45D4-BD23-ACF3900C112F}" destId="{2BFDA94C-862C-417C-82A0-D73797044781}" srcOrd="2" destOrd="0" presId="urn:microsoft.com/office/officeart/2008/layout/LinedList"/>
    <dgm:cxn modelId="{D20B3D2E-7EE1-4BE3-BAAD-2E63C1FD2178}" type="presParOf" srcId="{65C057F6-3E11-45D4-BD23-ACF3900C112F}" destId="{9465BB84-ACA5-49E8-80B1-0DD4DAEDE647}" srcOrd="3" destOrd="0" presId="urn:microsoft.com/office/officeart/2008/layout/LinedList"/>
    <dgm:cxn modelId="{7C247B99-BFEF-4827-99F5-C7F33E4544C4}" type="presParOf" srcId="{9465BB84-ACA5-49E8-80B1-0DD4DAEDE647}" destId="{AACF669A-6B8A-416E-8B91-433129C8AA79}" srcOrd="0" destOrd="0" presId="urn:microsoft.com/office/officeart/2008/layout/LinedList"/>
    <dgm:cxn modelId="{890EEC95-FB17-4CDE-B543-AC9A97FC6CAC}" type="presParOf" srcId="{9465BB84-ACA5-49E8-80B1-0DD4DAEDE647}" destId="{FDB8BE04-DC0B-4BE5-B635-3241E612CA60}" srcOrd="1" destOrd="0" presId="urn:microsoft.com/office/officeart/2008/layout/LinedList"/>
    <dgm:cxn modelId="{177B0157-4472-457E-9CCF-DAD1ACCF99B0}" type="presParOf" srcId="{65C057F6-3E11-45D4-BD23-ACF3900C112F}" destId="{78602FE9-0304-4D92-AFD1-B38623BEA7D4}" srcOrd="4" destOrd="0" presId="urn:microsoft.com/office/officeart/2008/layout/LinedList"/>
    <dgm:cxn modelId="{F547C3FF-AF16-4D5A-80E3-EEBFBB4F7F29}" type="presParOf" srcId="{65C057F6-3E11-45D4-BD23-ACF3900C112F}" destId="{8AEE9801-A609-422E-B100-0A92A682124B}" srcOrd="5" destOrd="0" presId="urn:microsoft.com/office/officeart/2008/layout/LinedList"/>
    <dgm:cxn modelId="{66DD8C7A-B4B7-46FB-BA52-651516F1581F}" type="presParOf" srcId="{8AEE9801-A609-422E-B100-0A92A682124B}" destId="{D7F297F4-AE95-42D9-91CB-CAF1A51CE48D}" srcOrd="0" destOrd="0" presId="urn:microsoft.com/office/officeart/2008/layout/LinedList"/>
    <dgm:cxn modelId="{4D68409A-5A68-498F-95EB-6D792A561B6C}" type="presParOf" srcId="{8AEE9801-A609-422E-B100-0A92A682124B}" destId="{74BF0CA8-7E0C-4A66-BC15-C18A6E09F47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8C9A554-A0EF-47FD-96A1-8B6FB3AEDB4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1C6E912-59CA-4C12-B9D9-8232C00631CB}">
      <dgm:prSet/>
      <dgm:spPr/>
      <dgm:t>
        <a:bodyPr/>
        <a:lstStyle/>
        <a:p>
          <a:r>
            <a:rPr lang="en-US" b="1" dirty="0"/>
            <a:t>1 - Improvement: Using Argon2 rather than </a:t>
          </a:r>
          <a:r>
            <a:rPr lang="en-US" b="1" i="1" dirty="0"/>
            <a:t>bcrypt</a:t>
          </a:r>
          <a:endParaRPr lang="en-US" dirty="0"/>
        </a:p>
      </dgm:t>
    </dgm:pt>
    <dgm:pt modelId="{ADF60B5A-17B3-4E75-A658-BB4501563870}" type="parTrans" cxnId="{4EF98FC6-5697-472B-ABD7-FBAA52677CE9}">
      <dgm:prSet/>
      <dgm:spPr/>
      <dgm:t>
        <a:bodyPr/>
        <a:lstStyle/>
        <a:p>
          <a:endParaRPr lang="en-US"/>
        </a:p>
      </dgm:t>
    </dgm:pt>
    <dgm:pt modelId="{CDD4B638-FC98-487B-9F27-C772F8C9FEE1}" type="sibTrans" cxnId="{4EF98FC6-5697-472B-ABD7-FBAA52677CE9}">
      <dgm:prSet/>
      <dgm:spPr/>
      <dgm:t>
        <a:bodyPr/>
        <a:lstStyle/>
        <a:p>
          <a:endParaRPr lang="en-US"/>
        </a:p>
      </dgm:t>
    </dgm:pt>
    <dgm:pt modelId="{DD1CE3F8-A36A-4584-9598-158732F59ED1}">
      <dgm:prSet/>
      <dgm:spPr/>
      <dgm:t>
        <a:bodyPr/>
        <a:lstStyle/>
        <a:p>
          <a:r>
            <a:rPr lang="en-US" b="1"/>
            <a:t>Reasons:</a:t>
          </a:r>
          <a:endParaRPr lang="en-US"/>
        </a:p>
      </dgm:t>
    </dgm:pt>
    <dgm:pt modelId="{3EB5687D-455A-44E0-94C7-8B5DB1814A29}" type="parTrans" cxnId="{F7EC7DAA-3B8D-42E3-8E93-A11E3D7A8FB8}">
      <dgm:prSet/>
      <dgm:spPr/>
      <dgm:t>
        <a:bodyPr/>
        <a:lstStyle/>
        <a:p>
          <a:endParaRPr lang="en-US"/>
        </a:p>
      </dgm:t>
    </dgm:pt>
    <dgm:pt modelId="{472E4297-A4F2-4980-9FD1-2F7B49137306}" type="sibTrans" cxnId="{F7EC7DAA-3B8D-42E3-8E93-A11E3D7A8FB8}">
      <dgm:prSet/>
      <dgm:spPr/>
      <dgm:t>
        <a:bodyPr/>
        <a:lstStyle/>
        <a:p>
          <a:endParaRPr lang="en-US"/>
        </a:p>
      </dgm:t>
    </dgm:pt>
    <dgm:pt modelId="{FEE2CD5B-91DA-4120-B516-46045429628D}">
      <dgm:prSet/>
      <dgm:spPr/>
      <dgm:t>
        <a:bodyPr/>
        <a:lstStyle/>
        <a:p>
          <a:r>
            <a:rPr lang="en-US" b="1"/>
            <a:t>It is memory-hard (resistant to GPU-based attacks).</a:t>
          </a:r>
          <a:endParaRPr lang="en-US"/>
        </a:p>
      </dgm:t>
    </dgm:pt>
    <dgm:pt modelId="{6A03BDF5-2E4E-4B97-A049-6375BEA81B65}" type="parTrans" cxnId="{FD9EF408-95BB-4BB6-9A58-1B6F19D303BE}">
      <dgm:prSet/>
      <dgm:spPr/>
      <dgm:t>
        <a:bodyPr/>
        <a:lstStyle/>
        <a:p>
          <a:endParaRPr lang="en-US"/>
        </a:p>
      </dgm:t>
    </dgm:pt>
    <dgm:pt modelId="{CBE36346-FADF-4E4B-B04C-A7E1C2E11D32}" type="sibTrans" cxnId="{FD9EF408-95BB-4BB6-9A58-1B6F19D303BE}">
      <dgm:prSet/>
      <dgm:spPr/>
      <dgm:t>
        <a:bodyPr/>
        <a:lstStyle/>
        <a:p>
          <a:endParaRPr lang="en-US"/>
        </a:p>
      </dgm:t>
    </dgm:pt>
    <dgm:pt modelId="{9B9EAE6F-17F7-478D-8E36-BE77538C4F86}">
      <dgm:prSet/>
      <dgm:spPr/>
      <dgm:t>
        <a:bodyPr/>
        <a:lstStyle/>
        <a:p>
          <a:r>
            <a:rPr lang="en-US" b="1"/>
            <a:t>Slows down brute-force, DDoS, attacks efficiently.</a:t>
          </a:r>
          <a:endParaRPr lang="en-US"/>
        </a:p>
      </dgm:t>
    </dgm:pt>
    <dgm:pt modelId="{C530A787-6077-4243-AA9E-3C815611C493}" type="parTrans" cxnId="{D8A929AA-97F3-456A-BD9A-7EF2D3D59C74}">
      <dgm:prSet/>
      <dgm:spPr/>
      <dgm:t>
        <a:bodyPr/>
        <a:lstStyle/>
        <a:p>
          <a:endParaRPr lang="en-US"/>
        </a:p>
      </dgm:t>
    </dgm:pt>
    <dgm:pt modelId="{74EFC304-A3DC-4FC7-8D1D-985A009D26A9}" type="sibTrans" cxnId="{D8A929AA-97F3-456A-BD9A-7EF2D3D59C74}">
      <dgm:prSet/>
      <dgm:spPr/>
      <dgm:t>
        <a:bodyPr/>
        <a:lstStyle/>
        <a:p>
          <a:endParaRPr lang="en-US"/>
        </a:p>
      </dgm:t>
    </dgm:pt>
    <dgm:pt modelId="{BAB5F962-C8AD-45F6-B2BD-6CD8E3AF6B32}">
      <dgm:prSet/>
      <dgm:spPr/>
      <dgm:t>
        <a:bodyPr/>
        <a:lstStyle/>
        <a:p>
          <a:r>
            <a:rPr lang="en-US"/>
            <a:t>2 - To catch the ValueError exception messages in my  code and handle it gracefully, using a try...except block while running test files within test folder</a:t>
          </a:r>
        </a:p>
      </dgm:t>
    </dgm:pt>
    <dgm:pt modelId="{79BBEF54-BE9F-4556-B24D-BF41BEC9539F}" type="parTrans" cxnId="{1AC9174D-03FD-4A45-9C20-463EAA020A5A}">
      <dgm:prSet/>
      <dgm:spPr/>
      <dgm:t>
        <a:bodyPr/>
        <a:lstStyle/>
        <a:p>
          <a:endParaRPr lang="en-US"/>
        </a:p>
      </dgm:t>
    </dgm:pt>
    <dgm:pt modelId="{670A9485-775E-4CA4-AB30-C07E58668296}" type="sibTrans" cxnId="{1AC9174D-03FD-4A45-9C20-463EAA020A5A}">
      <dgm:prSet/>
      <dgm:spPr/>
      <dgm:t>
        <a:bodyPr/>
        <a:lstStyle/>
        <a:p>
          <a:endParaRPr lang="en-US"/>
        </a:p>
      </dgm:t>
    </dgm:pt>
    <dgm:pt modelId="{30854713-9A2A-4695-948F-3E467DBC260B}">
      <dgm:prSet/>
      <dgm:spPr/>
      <dgm:t>
        <a:bodyPr/>
        <a:lstStyle/>
        <a:p>
          <a:r>
            <a:rPr lang="en-US"/>
            <a:t>3 – Imbedding Administration</a:t>
          </a:r>
        </a:p>
      </dgm:t>
    </dgm:pt>
    <dgm:pt modelId="{A5E4CC41-4024-4207-8B88-0BEC1E6D85F5}" type="parTrans" cxnId="{FED068CC-5C59-472A-BEB5-8C3D76D218B7}">
      <dgm:prSet/>
      <dgm:spPr/>
      <dgm:t>
        <a:bodyPr/>
        <a:lstStyle/>
        <a:p>
          <a:endParaRPr lang="en-US"/>
        </a:p>
      </dgm:t>
    </dgm:pt>
    <dgm:pt modelId="{C3590AAB-21BF-44CC-9EA9-286E34EE8E70}" type="sibTrans" cxnId="{FED068CC-5C59-472A-BEB5-8C3D76D218B7}">
      <dgm:prSet/>
      <dgm:spPr/>
      <dgm:t>
        <a:bodyPr/>
        <a:lstStyle/>
        <a:p>
          <a:endParaRPr lang="en-US"/>
        </a:p>
      </dgm:t>
    </dgm:pt>
    <dgm:pt modelId="{0E3A7F03-0A98-4EE9-AEFB-41A4CDF8318C}" type="pres">
      <dgm:prSet presAssocID="{F8C9A554-A0EF-47FD-96A1-8B6FB3AEDB4C}" presName="linear" presStyleCnt="0">
        <dgm:presLayoutVars>
          <dgm:animLvl val="lvl"/>
          <dgm:resizeHandles val="exact"/>
        </dgm:presLayoutVars>
      </dgm:prSet>
      <dgm:spPr/>
    </dgm:pt>
    <dgm:pt modelId="{7101AADB-660B-458B-B820-CE735E21F6E0}" type="pres">
      <dgm:prSet presAssocID="{81C6E912-59CA-4C12-B9D9-8232C00631C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40B03C2-D9E4-4E6E-8BF0-A67498656971}" type="pres">
      <dgm:prSet presAssocID="{CDD4B638-FC98-487B-9F27-C772F8C9FEE1}" presName="spacer" presStyleCnt="0"/>
      <dgm:spPr/>
    </dgm:pt>
    <dgm:pt modelId="{0CFA2887-35DD-4874-9AAC-E82C5F28F6E5}" type="pres">
      <dgm:prSet presAssocID="{DD1CE3F8-A36A-4584-9598-158732F59ED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5D4F0E4-AF18-45D1-97A3-9485396B97D2}" type="pres">
      <dgm:prSet presAssocID="{472E4297-A4F2-4980-9FD1-2F7B49137306}" presName="spacer" presStyleCnt="0"/>
      <dgm:spPr/>
    </dgm:pt>
    <dgm:pt modelId="{B8D705A4-95AC-450C-9986-13D0C0CFD694}" type="pres">
      <dgm:prSet presAssocID="{FEE2CD5B-91DA-4120-B516-46045429628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3FA3F08-8484-411E-AAC5-BE8C833AFB3B}" type="pres">
      <dgm:prSet presAssocID="{CBE36346-FADF-4E4B-B04C-A7E1C2E11D32}" presName="spacer" presStyleCnt="0"/>
      <dgm:spPr/>
    </dgm:pt>
    <dgm:pt modelId="{4BF615CB-D2A7-4850-9039-6F0F2BDCB677}" type="pres">
      <dgm:prSet presAssocID="{9B9EAE6F-17F7-478D-8E36-BE77538C4F8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DB848D1-3050-4ADD-A048-E2A5396DF23F}" type="pres">
      <dgm:prSet presAssocID="{74EFC304-A3DC-4FC7-8D1D-985A009D26A9}" presName="spacer" presStyleCnt="0"/>
      <dgm:spPr/>
    </dgm:pt>
    <dgm:pt modelId="{F908385C-A55A-42E8-BDA2-6FAFB1882AD2}" type="pres">
      <dgm:prSet presAssocID="{BAB5F962-C8AD-45F6-B2BD-6CD8E3AF6B3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B2C2D1F-EA04-4302-A457-5DAD7D8F360E}" type="pres">
      <dgm:prSet presAssocID="{670A9485-775E-4CA4-AB30-C07E58668296}" presName="spacer" presStyleCnt="0"/>
      <dgm:spPr/>
    </dgm:pt>
    <dgm:pt modelId="{D1EFF40E-7958-4812-9038-C44098E81B83}" type="pres">
      <dgm:prSet presAssocID="{30854713-9A2A-4695-948F-3E467DBC260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39E1D02-AC9D-4ECE-919C-EC15C3EEF5BD}" type="presOf" srcId="{81C6E912-59CA-4C12-B9D9-8232C00631CB}" destId="{7101AADB-660B-458B-B820-CE735E21F6E0}" srcOrd="0" destOrd="0" presId="urn:microsoft.com/office/officeart/2005/8/layout/vList2"/>
    <dgm:cxn modelId="{565D8B02-4031-4EAF-AB7C-06C782415BFA}" type="presOf" srcId="{FEE2CD5B-91DA-4120-B516-46045429628D}" destId="{B8D705A4-95AC-450C-9986-13D0C0CFD694}" srcOrd="0" destOrd="0" presId="urn:microsoft.com/office/officeart/2005/8/layout/vList2"/>
    <dgm:cxn modelId="{FD9EF408-95BB-4BB6-9A58-1B6F19D303BE}" srcId="{F8C9A554-A0EF-47FD-96A1-8B6FB3AEDB4C}" destId="{FEE2CD5B-91DA-4120-B516-46045429628D}" srcOrd="2" destOrd="0" parTransId="{6A03BDF5-2E4E-4B97-A049-6375BEA81B65}" sibTransId="{CBE36346-FADF-4E4B-B04C-A7E1C2E11D32}"/>
    <dgm:cxn modelId="{413C2548-F150-4D2F-B42B-B498B184A97A}" type="presOf" srcId="{9B9EAE6F-17F7-478D-8E36-BE77538C4F86}" destId="{4BF615CB-D2A7-4850-9039-6F0F2BDCB677}" srcOrd="0" destOrd="0" presId="urn:microsoft.com/office/officeart/2005/8/layout/vList2"/>
    <dgm:cxn modelId="{1AC9174D-03FD-4A45-9C20-463EAA020A5A}" srcId="{F8C9A554-A0EF-47FD-96A1-8B6FB3AEDB4C}" destId="{BAB5F962-C8AD-45F6-B2BD-6CD8E3AF6B32}" srcOrd="4" destOrd="0" parTransId="{79BBEF54-BE9F-4556-B24D-BF41BEC9539F}" sibTransId="{670A9485-775E-4CA4-AB30-C07E58668296}"/>
    <dgm:cxn modelId="{D8A929AA-97F3-456A-BD9A-7EF2D3D59C74}" srcId="{F8C9A554-A0EF-47FD-96A1-8B6FB3AEDB4C}" destId="{9B9EAE6F-17F7-478D-8E36-BE77538C4F86}" srcOrd="3" destOrd="0" parTransId="{C530A787-6077-4243-AA9E-3C815611C493}" sibTransId="{74EFC304-A3DC-4FC7-8D1D-985A009D26A9}"/>
    <dgm:cxn modelId="{F7EC7DAA-3B8D-42E3-8E93-A11E3D7A8FB8}" srcId="{F8C9A554-A0EF-47FD-96A1-8B6FB3AEDB4C}" destId="{DD1CE3F8-A36A-4584-9598-158732F59ED1}" srcOrd="1" destOrd="0" parTransId="{3EB5687D-455A-44E0-94C7-8B5DB1814A29}" sibTransId="{472E4297-A4F2-4980-9FD1-2F7B49137306}"/>
    <dgm:cxn modelId="{D36340AD-2FF2-471B-81B1-D2D6B03DBF52}" type="presOf" srcId="{30854713-9A2A-4695-948F-3E467DBC260B}" destId="{D1EFF40E-7958-4812-9038-C44098E81B83}" srcOrd="0" destOrd="0" presId="urn:microsoft.com/office/officeart/2005/8/layout/vList2"/>
    <dgm:cxn modelId="{EC27EEAE-EC15-488B-8F82-941135BAC798}" type="presOf" srcId="{DD1CE3F8-A36A-4584-9598-158732F59ED1}" destId="{0CFA2887-35DD-4874-9AAC-E82C5F28F6E5}" srcOrd="0" destOrd="0" presId="urn:microsoft.com/office/officeart/2005/8/layout/vList2"/>
    <dgm:cxn modelId="{4EF98FC6-5697-472B-ABD7-FBAA52677CE9}" srcId="{F8C9A554-A0EF-47FD-96A1-8B6FB3AEDB4C}" destId="{81C6E912-59CA-4C12-B9D9-8232C00631CB}" srcOrd="0" destOrd="0" parTransId="{ADF60B5A-17B3-4E75-A658-BB4501563870}" sibTransId="{CDD4B638-FC98-487B-9F27-C772F8C9FEE1}"/>
    <dgm:cxn modelId="{FED068CC-5C59-472A-BEB5-8C3D76D218B7}" srcId="{F8C9A554-A0EF-47FD-96A1-8B6FB3AEDB4C}" destId="{30854713-9A2A-4695-948F-3E467DBC260B}" srcOrd="5" destOrd="0" parTransId="{A5E4CC41-4024-4207-8B88-0BEC1E6D85F5}" sibTransId="{C3590AAB-21BF-44CC-9EA9-286E34EE8E70}"/>
    <dgm:cxn modelId="{2D28F2D7-50EE-434D-A29E-6ADB699D1776}" type="presOf" srcId="{BAB5F962-C8AD-45F6-B2BD-6CD8E3AF6B32}" destId="{F908385C-A55A-42E8-BDA2-6FAFB1882AD2}" srcOrd="0" destOrd="0" presId="urn:microsoft.com/office/officeart/2005/8/layout/vList2"/>
    <dgm:cxn modelId="{FD4951DB-9F3F-49B0-A44E-5F6DF80FD0DD}" type="presOf" srcId="{F8C9A554-A0EF-47FD-96A1-8B6FB3AEDB4C}" destId="{0E3A7F03-0A98-4EE9-AEFB-41A4CDF8318C}" srcOrd="0" destOrd="0" presId="urn:microsoft.com/office/officeart/2005/8/layout/vList2"/>
    <dgm:cxn modelId="{5A15DD81-13D8-4D65-95BB-562DAE421F5A}" type="presParOf" srcId="{0E3A7F03-0A98-4EE9-AEFB-41A4CDF8318C}" destId="{7101AADB-660B-458B-B820-CE735E21F6E0}" srcOrd="0" destOrd="0" presId="urn:microsoft.com/office/officeart/2005/8/layout/vList2"/>
    <dgm:cxn modelId="{1D2C09E3-8AA3-4177-8826-2DF93DAE4153}" type="presParOf" srcId="{0E3A7F03-0A98-4EE9-AEFB-41A4CDF8318C}" destId="{C40B03C2-D9E4-4E6E-8BF0-A67498656971}" srcOrd="1" destOrd="0" presId="urn:microsoft.com/office/officeart/2005/8/layout/vList2"/>
    <dgm:cxn modelId="{B8EDE39C-2F3B-4421-AF12-B48F4330183B}" type="presParOf" srcId="{0E3A7F03-0A98-4EE9-AEFB-41A4CDF8318C}" destId="{0CFA2887-35DD-4874-9AAC-E82C5F28F6E5}" srcOrd="2" destOrd="0" presId="urn:microsoft.com/office/officeart/2005/8/layout/vList2"/>
    <dgm:cxn modelId="{FB36579A-ECA7-461A-A0DE-3724D755372A}" type="presParOf" srcId="{0E3A7F03-0A98-4EE9-AEFB-41A4CDF8318C}" destId="{F5D4F0E4-AF18-45D1-97A3-9485396B97D2}" srcOrd="3" destOrd="0" presId="urn:microsoft.com/office/officeart/2005/8/layout/vList2"/>
    <dgm:cxn modelId="{6FD92E6C-AA79-44EF-A6E7-6AF15D41547F}" type="presParOf" srcId="{0E3A7F03-0A98-4EE9-AEFB-41A4CDF8318C}" destId="{B8D705A4-95AC-450C-9986-13D0C0CFD694}" srcOrd="4" destOrd="0" presId="urn:microsoft.com/office/officeart/2005/8/layout/vList2"/>
    <dgm:cxn modelId="{04B1F10A-9A4C-4538-8B61-BCE187FDE7D9}" type="presParOf" srcId="{0E3A7F03-0A98-4EE9-AEFB-41A4CDF8318C}" destId="{B3FA3F08-8484-411E-AAC5-BE8C833AFB3B}" srcOrd="5" destOrd="0" presId="urn:microsoft.com/office/officeart/2005/8/layout/vList2"/>
    <dgm:cxn modelId="{4E45796B-4A50-4ADC-BCE7-B012F56F474F}" type="presParOf" srcId="{0E3A7F03-0A98-4EE9-AEFB-41A4CDF8318C}" destId="{4BF615CB-D2A7-4850-9039-6F0F2BDCB677}" srcOrd="6" destOrd="0" presId="urn:microsoft.com/office/officeart/2005/8/layout/vList2"/>
    <dgm:cxn modelId="{C9AC2DA5-1279-42D1-9710-F7658F77FAA2}" type="presParOf" srcId="{0E3A7F03-0A98-4EE9-AEFB-41A4CDF8318C}" destId="{EDB848D1-3050-4ADD-A048-E2A5396DF23F}" srcOrd="7" destOrd="0" presId="urn:microsoft.com/office/officeart/2005/8/layout/vList2"/>
    <dgm:cxn modelId="{1ED76DB7-0446-4BA5-9400-075A20309B52}" type="presParOf" srcId="{0E3A7F03-0A98-4EE9-AEFB-41A4CDF8318C}" destId="{F908385C-A55A-42E8-BDA2-6FAFB1882AD2}" srcOrd="8" destOrd="0" presId="urn:microsoft.com/office/officeart/2005/8/layout/vList2"/>
    <dgm:cxn modelId="{5BDF4E85-B75A-4AD8-8A23-69FBF919F44B}" type="presParOf" srcId="{0E3A7F03-0A98-4EE9-AEFB-41A4CDF8318C}" destId="{0B2C2D1F-EA04-4302-A457-5DAD7D8F360E}" srcOrd="9" destOrd="0" presId="urn:microsoft.com/office/officeart/2005/8/layout/vList2"/>
    <dgm:cxn modelId="{494626F1-24C5-43D8-8F3C-9280AB6C0644}" type="presParOf" srcId="{0E3A7F03-0A98-4EE9-AEFB-41A4CDF8318C}" destId="{D1EFF40E-7958-4812-9038-C44098E81B8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DFC97C5-CA63-4AD7-A673-3D48F2D39E48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0738394-5BDF-4DEE-B797-CB62A25E9781}">
      <dgm:prSet/>
      <dgm:spPr/>
      <dgm:t>
        <a:bodyPr/>
        <a:lstStyle/>
        <a:p>
          <a:r>
            <a:rPr lang="en-US"/>
            <a:t>Open to questions about design, implementation, or future improvements.</a:t>
          </a:r>
        </a:p>
      </dgm:t>
    </dgm:pt>
    <dgm:pt modelId="{756D8E52-8B82-4B38-A908-87E5FC3F6A56}" type="parTrans" cxnId="{76CDDD2B-637A-41BB-B66D-56E6030CDD9A}">
      <dgm:prSet/>
      <dgm:spPr/>
      <dgm:t>
        <a:bodyPr/>
        <a:lstStyle/>
        <a:p>
          <a:endParaRPr lang="en-US"/>
        </a:p>
      </dgm:t>
    </dgm:pt>
    <dgm:pt modelId="{11B31208-3F94-49F5-85E5-26F2E070A070}" type="sibTrans" cxnId="{76CDDD2B-637A-41BB-B66D-56E6030CDD9A}">
      <dgm:prSet/>
      <dgm:spPr/>
      <dgm:t>
        <a:bodyPr/>
        <a:lstStyle/>
        <a:p>
          <a:endParaRPr lang="en-US"/>
        </a:p>
      </dgm:t>
    </dgm:pt>
    <dgm:pt modelId="{853D38ED-2BE0-4EA9-8D7D-D164A1F3B081}">
      <dgm:prSet/>
      <dgm:spPr/>
      <dgm:t>
        <a:bodyPr/>
        <a:lstStyle/>
        <a:p>
          <a:r>
            <a:rPr lang="en-US"/>
            <a:t>Reflection: This project showcases the synergy of software engineering principles and real-world problem-solving.</a:t>
          </a:r>
        </a:p>
      </dgm:t>
    </dgm:pt>
    <dgm:pt modelId="{CC61482E-5D96-474B-8F76-D3DA706A4C97}" type="parTrans" cxnId="{8B6CA32A-1151-43E6-8218-6B858C49DD7F}">
      <dgm:prSet/>
      <dgm:spPr/>
      <dgm:t>
        <a:bodyPr/>
        <a:lstStyle/>
        <a:p>
          <a:endParaRPr lang="en-US"/>
        </a:p>
      </dgm:t>
    </dgm:pt>
    <dgm:pt modelId="{297E9E70-B1F6-4C74-B4B6-1DC0235931D6}" type="sibTrans" cxnId="{8B6CA32A-1151-43E6-8218-6B858C49DD7F}">
      <dgm:prSet/>
      <dgm:spPr/>
      <dgm:t>
        <a:bodyPr/>
        <a:lstStyle/>
        <a:p>
          <a:endParaRPr lang="en-US"/>
        </a:p>
      </dgm:t>
    </dgm:pt>
    <dgm:pt modelId="{21014477-7178-48D4-885D-A9928D992117}" type="pres">
      <dgm:prSet presAssocID="{DDFC97C5-CA63-4AD7-A673-3D48F2D39E48}" presName="outerComposite" presStyleCnt="0">
        <dgm:presLayoutVars>
          <dgm:chMax val="5"/>
          <dgm:dir/>
          <dgm:resizeHandles val="exact"/>
        </dgm:presLayoutVars>
      </dgm:prSet>
      <dgm:spPr/>
    </dgm:pt>
    <dgm:pt modelId="{38B2A4DB-5D52-4E6C-9ABD-E98B3C9AC5AD}" type="pres">
      <dgm:prSet presAssocID="{DDFC97C5-CA63-4AD7-A673-3D48F2D39E48}" presName="dummyMaxCanvas" presStyleCnt="0">
        <dgm:presLayoutVars/>
      </dgm:prSet>
      <dgm:spPr/>
    </dgm:pt>
    <dgm:pt modelId="{626D3CB1-5F4C-42F1-BC3B-AB2D6FD08418}" type="pres">
      <dgm:prSet presAssocID="{DDFC97C5-CA63-4AD7-A673-3D48F2D39E48}" presName="TwoNodes_1" presStyleLbl="node1" presStyleIdx="0" presStyleCnt="2">
        <dgm:presLayoutVars>
          <dgm:bulletEnabled val="1"/>
        </dgm:presLayoutVars>
      </dgm:prSet>
      <dgm:spPr/>
    </dgm:pt>
    <dgm:pt modelId="{3894141F-EAFE-4ACF-AD45-4932C8304F1D}" type="pres">
      <dgm:prSet presAssocID="{DDFC97C5-CA63-4AD7-A673-3D48F2D39E48}" presName="TwoNodes_2" presStyleLbl="node1" presStyleIdx="1" presStyleCnt="2">
        <dgm:presLayoutVars>
          <dgm:bulletEnabled val="1"/>
        </dgm:presLayoutVars>
      </dgm:prSet>
      <dgm:spPr/>
    </dgm:pt>
    <dgm:pt modelId="{E25F1C31-839C-4492-8E05-36F6DDCB7AF1}" type="pres">
      <dgm:prSet presAssocID="{DDFC97C5-CA63-4AD7-A673-3D48F2D39E48}" presName="TwoConn_1-2" presStyleLbl="fgAccFollowNode1" presStyleIdx="0" presStyleCnt="1">
        <dgm:presLayoutVars>
          <dgm:bulletEnabled val="1"/>
        </dgm:presLayoutVars>
      </dgm:prSet>
      <dgm:spPr/>
    </dgm:pt>
    <dgm:pt modelId="{F50DD766-5F4E-4222-B3EF-71CE5F98E7B7}" type="pres">
      <dgm:prSet presAssocID="{DDFC97C5-CA63-4AD7-A673-3D48F2D39E48}" presName="TwoNodes_1_text" presStyleLbl="node1" presStyleIdx="1" presStyleCnt="2">
        <dgm:presLayoutVars>
          <dgm:bulletEnabled val="1"/>
        </dgm:presLayoutVars>
      </dgm:prSet>
      <dgm:spPr/>
    </dgm:pt>
    <dgm:pt modelId="{C257660F-2E81-4CEB-A98A-B3FAE8878847}" type="pres">
      <dgm:prSet presAssocID="{DDFC97C5-CA63-4AD7-A673-3D48F2D39E48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D2ED816-699C-4C30-BB76-9296A86C1F4B}" type="presOf" srcId="{853D38ED-2BE0-4EA9-8D7D-D164A1F3B081}" destId="{3894141F-EAFE-4ACF-AD45-4932C8304F1D}" srcOrd="0" destOrd="0" presId="urn:microsoft.com/office/officeart/2005/8/layout/vProcess5"/>
    <dgm:cxn modelId="{8B6CA32A-1151-43E6-8218-6B858C49DD7F}" srcId="{DDFC97C5-CA63-4AD7-A673-3D48F2D39E48}" destId="{853D38ED-2BE0-4EA9-8D7D-D164A1F3B081}" srcOrd="1" destOrd="0" parTransId="{CC61482E-5D96-474B-8F76-D3DA706A4C97}" sibTransId="{297E9E70-B1F6-4C74-B4B6-1DC0235931D6}"/>
    <dgm:cxn modelId="{76CDDD2B-637A-41BB-B66D-56E6030CDD9A}" srcId="{DDFC97C5-CA63-4AD7-A673-3D48F2D39E48}" destId="{B0738394-5BDF-4DEE-B797-CB62A25E9781}" srcOrd="0" destOrd="0" parTransId="{756D8E52-8B82-4B38-A908-87E5FC3F6A56}" sibTransId="{11B31208-3F94-49F5-85E5-26F2E070A070}"/>
    <dgm:cxn modelId="{4381802D-1ED1-474D-957D-F51851E69737}" type="presOf" srcId="{853D38ED-2BE0-4EA9-8D7D-D164A1F3B081}" destId="{C257660F-2E81-4CEB-A98A-B3FAE8878847}" srcOrd="1" destOrd="0" presId="urn:microsoft.com/office/officeart/2005/8/layout/vProcess5"/>
    <dgm:cxn modelId="{B4C4196A-EF6D-47C7-8A8A-5E1F1DBBCA28}" type="presOf" srcId="{B0738394-5BDF-4DEE-B797-CB62A25E9781}" destId="{626D3CB1-5F4C-42F1-BC3B-AB2D6FD08418}" srcOrd="0" destOrd="0" presId="urn:microsoft.com/office/officeart/2005/8/layout/vProcess5"/>
    <dgm:cxn modelId="{A9262E4F-A15E-4FAE-A79D-CCB578D159E7}" type="presOf" srcId="{B0738394-5BDF-4DEE-B797-CB62A25E9781}" destId="{F50DD766-5F4E-4222-B3EF-71CE5F98E7B7}" srcOrd="1" destOrd="0" presId="urn:microsoft.com/office/officeart/2005/8/layout/vProcess5"/>
    <dgm:cxn modelId="{D8C1327E-6D03-40AA-87B5-B3C3D53DF740}" type="presOf" srcId="{11B31208-3F94-49F5-85E5-26F2E070A070}" destId="{E25F1C31-839C-4492-8E05-36F6DDCB7AF1}" srcOrd="0" destOrd="0" presId="urn:microsoft.com/office/officeart/2005/8/layout/vProcess5"/>
    <dgm:cxn modelId="{E30FA4B0-6602-4BD3-8C9E-71820919EA2B}" type="presOf" srcId="{DDFC97C5-CA63-4AD7-A673-3D48F2D39E48}" destId="{21014477-7178-48D4-885D-A9928D992117}" srcOrd="0" destOrd="0" presId="urn:microsoft.com/office/officeart/2005/8/layout/vProcess5"/>
    <dgm:cxn modelId="{01A7D13A-686F-49C8-86E7-B056AEE9C4F1}" type="presParOf" srcId="{21014477-7178-48D4-885D-A9928D992117}" destId="{38B2A4DB-5D52-4E6C-9ABD-E98B3C9AC5AD}" srcOrd="0" destOrd="0" presId="urn:microsoft.com/office/officeart/2005/8/layout/vProcess5"/>
    <dgm:cxn modelId="{706451DD-E92E-4710-BE2C-166DC59327B5}" type="presParOf" srcId="{21014477-7178-48D4-885D-A9928D992117}" destId="{626D3CB1-5F4C-42F1-BC3B-AB2D6FD08418}" srcOrd="1" destOrd="0" presId="urn:microsoft.com/office/officeart/2005/8/layout/vProcess5"/>
    <dgm:cxn modelId="{1CAC5453-D9BC-416E-9D73-9A17A9CFB22B}" type="presParOf" srcId="{21014477-7178-48D4-885D-A9928D992117}" destId="{3894141F-EAFE-4ACF-AD45-4932C8304F1D}" srcOrd="2" destOrd="0" presId="urn:microsoft.com/office/officeart/2005/8/layout/vProcess5"/>
    <dgm:cxn modelId="{2CE6FAD1-F6AB-4C46-8B08-09EF4E7B9EC9}" type="presParOf" srcId="{21014477-7178-48D4-885D-A9928D992117}" destId="{E25F1C31-839C-4492-8E05-36F6DDCB7AF1}" srcOrd="3" destOrd="0" presId="urn:microsoft.com/office/officeart/2005/8/layout/vProcess5"/>
    <dgm:cxn modelId="{A0B7FA75-BA26-46DE-BA1A-E05B004C5C14}" type="presParOf" srcId="{21014477-7178-48D4-885D-A9928D992117}" destId="{F50DD766-5F4E-4222-B3EF-71CE5F98E7B7}" srcOrd="4" destOrd="0" presId="urn:microsoft.com/office/officeart/2005/8/layout/vProcess5"/>
    <dgm:cxn modelId="{B4680A60-F2CC-41AC-9B2C-CC815130984D}" type="presParOf" srcId="{21014477-7178-48D4-885D-A9928D992117}" destId="{C257660F-2E81-4CEB-A98A-B3FAE8878847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584BE8-9B22-4298-9858-0FB39309A6EF}">
      <dsp:nvSpPr>
        <dsp:cNvPr id="0" name=""/>
        <dsp:cNvSpPr/>
      </dsp:nvSpPr>
      <dsp:spPr>
        <a:xfrm>
          <a:off x="0" y="495"/>
          <a:ext cx="9404352" cy="115869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030D3D-F8EB-4959-9099-80E87A2665D8}">
      <dsp:nvSpPr>
        <dsp:cNvPr id="0" name=""/>
        <dsp:cNvSpPr/>
      </dsp:nvSpPr>
      <dsp:spPr>
        <a:xfrm>
          <a:off x="350506" y="261202"/>
          <a:ext cx="637284" cy="6372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1182C-9C3B-41CF-BCEB-25E2A94EC5F8}">
      <dsp:nvSpPr>
        <dsp:cNvPr id="0" name=""/>
        <dsp:cNvSpPr/>
      </dsp:nvSpPr>
      <dsp:spPr>
        <a:xfrm>
          <a:off x="1338296" y="495"/>
          <a:ext cx="8066055" cy="115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29" tIns="122629" rIns="122629" bIns="12262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GitHub link: </a:t>
          </a:r>
          <a:r>
            <a:rPr lang="en-US" sz="1700" kern="1200">
              <a:hlinkClick xmlns:r="http://schemas.openxmlformats.org/officeDocument/2006/relationships" r:id="rId3"/>
            </a:rPr>
            <a:t>https://github.com/pg25304/ecommerce-capstone-project/tree/master</a:t>
          </a:r>
          <a:r>
            <a:rPr lang="en-US" sz="1700" kern="1200"/>
            <a:t> </a:t>
          </a:r>
        </a:p>
      </dsp:txBody>
      <dsp:txXfrm>
        <a:off x="1338296" y="495"/>
        <a:ext cx="8066055" cy="1158698"/>
      </dsp:txXfrm>
    </dsp:sp>
    <dsp:sp modelId="{7A323C92-26D6-4B28-B115-BC42EE1796F6}">
      <dsp:nvSpPr>
        <dsp:cNvPr id="0" name=""/>
        <dsp:cNvSpPr/>
      </dsp:nvSpPr>
      <dsp:spPr>
        <a:xfrm>
          <a:off x="0" y="1448867"/>
          <a:ext cx="9404352" cy="115869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2130CF-077C-40C8-90EC-1C8D2F5B5933}">
      <dsp:nvSpPr>
        <dsp:cNvPr id="0" name=""/>
        <dsp:cNvSpPr/>
      </dsp:nvSpPr>
      <dsp:spPr>
        <a:xfrm>
          <a:off x="350506" y="1709574"/>
          <a:ext cx="637284" cy="637284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81FE03-6828-4EF7-BC29-E11B99CD06E9}">
      <dsp:nvSpPr>
        <dsp:cNvPr id="0" name=""/>
        <dsp:cNvSpPr/>
      </dsp:nvSpPr>
      <dsp:spPr>
        <a:xfrm>
          <a:off x="1338296" y="1448867"/>
          <a:ext cx="8066055" cy="115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29" tIns="122629" rIns="122629" bIns="12262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Scope:</a:t>
          </a:r>
          <a:br>
            <a:rPr lang="en-US" sz="1700" kern="1200"/>
          </a:br>
          <a:r>
            <a:rPr lang="en-US" sz="1700" kern="1200"/>
            <a:t>Development of a scalable and secure e-commerce application.</a:t>
          </a:r>
        </a:p>
      </dsp:txBody>
      <dsp:txXfrm>
        <a:off x="1338296" y="1448867"/>
        <a:ext cx="8066055" cy="1158698"/>
      </dsp:txXfrm>
    </dsp:sp>
    <dsp:sp modelId="{8478E0C5-2112-430E-8D9C-447FAAA984DF}">
      <dsp:nvSpPr>
        <dsp:cNvPr id="0" name=""/>
        <dsp:cNvSpPr/>
      </dsp:nvSpPr>
      <dsp:spPr>
        <a:xfrm>
          <a:off x="0" y="2897240"/>
          <a:ext cx="9404352" cy="115869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F15A27-405D-4199-919F-39B10949FB89}">
      <dsp:nvSpPr>
        <dsp:cNvPr id="0" name=""/>
        <dsp:cNvSpPr/>
      </dsp:nvSpPr>
      <dsp:spPr>
        <a:xfrm>
          <a:off x="350506" y="3157947"/>
          <a:ext cx="637284" cy="637284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6DA0D-6C65-4514-A1D9-CB5E11725AF9}">
      <dsp:nvSpPr>
        <dsp:cNvPr id="0" name=""/>
        <dsp:cNvSpPr/>
      </dsp:nvSpPr>
      <dsp:spPr>
        <a:xfrm>
          <a:off x="1338296" y="2897240"/>
          <a:ext cx="8066055" cy="115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29" tIns="122629" rIns="122629" bIns="12262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Purpose:</a:t>
          </a:r>
          <a:br>
            <a:rPr lang="en-US" sz="1700" kern="1200"/>
          </a:br>
          <a:r>
            <a:rPr lang="en-US" sz="1700" kern="1200"/>
            <a:t>Address challenges in user management, order processing, and inventory management through modular design and secure coding principles.</a:t>
          </a:r>
        </a:p>
      </dsp:txBody>
      <dsp:txXfrm>
        <a:off x="1338296" y="2897240"/>
        <a:ext cx="8066055" cy="11586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A57714-E7AA-4C85-AF32-74A563C74292}">
      <dsp:nvSpPr>
        <dsp:cNvPr id="0" name=""/>
        <dsp:cNvSpPr/>
      </dsp:nvSpPr>
      <dsp:spPr>
        <a:xfrm>
          <a:off x="0" y="495"/>
          <a:ext cx="9404352" cy="115869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E068A7-5725-4708-8D25-783D62348A8D}">
      <dsp:nvSpPr>
        <dsp:cNvPr id="0" name=""/>
        <dsp:cNvSpPr/>
      </dsp:nvSpPr>
      <dsp:spPr>
        <a:xfrm>
          <a:off x="350506" y="261202"/>
          <a:ext cx="637284" cy="6372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83837A-6BF0-47B5-82FA-A3DAAED0D5F6}">
      <dsp:nvSpPr>
        <dsp:cNvPr id="0" name=""/>
        <dsp:cNvSpPr/>
      </dsp:nvSpPr>
      <dsp:spPr>
        <a:xfrm>
          <a:off x="1338296" y="495"/>
          <a:ext cx="8066055" cy="115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29" tIns="122629" rIns="122629" bIns="1226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User Management: User registration and login with password security.  </a:t>
          </a:r>
        </a:p>
      </dsp:txBody>
      <dsp:txXfrm>
        <a:off x="1338296" y="495"/>
        <a:ext cx="8066055" cy="1158698"/>
      </dsp:txXfrm>
    </dsp:sp>
    <dsp:sp modelId="{9D0928BD-26BF-4C26-9D2E-0275E51090A1}">
      <dsp:nvSpPr>
        <dsp:cNvPr id="0" name=""/>
        <dsp:cNvSpPr/>
      </dsp:nvSpPr>
      <dsp:spPr>
        <a:xfrm>
          <a:off x="0" y="1448867"/>
          <a:ext cx="9404352" cy="115869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55E39D-A48A-42FD-8EE3-7ECCD3896A09}">
      <dsp:nvSpPr>
        <dsp:cNvPr id="0" name=""/>
        <dsp:cNvSpPr/>
      </dsp:nvSpPr>
      <dsp:spPr>
        <a:xfrm>
          <a:off x="350506" y="1709574"/>
          <a:ext cx="637284" cy="6372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83469-74CB-49C1-89AF-6261007D586C}">
      <dsp:nvSpPr>
        <dsp:cNvPr id="0" name=""/>
        <dsp:cNvSpPr/>
      </dsp:nvSpPr>
      <dsp:spPr>
        <a:xfrm>
          <a:off x="1338296" y="1448867"/>
          <a:ext cx="8066055" cy="115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29" tIns="122629" rIns="122629" bIns="1226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 Product management: Add, view, and manage products.  </a:t>
          </a:r>
        </a:p>
      </dsp:txBody>
      <dsp:txXfrm>
        <a:off x="1338296" y="1448867"/>
        <a:ext cx="8066055" cy="1158698"/>
      </dsp:txXfrm>
    </dsp:sp>
    <dsp:sp modelId="{A63F26BB-9A8A-447B-81E9-D8653391F3B0}">
      <dsp:nvSpPr>
        <dsp:cNvPr id="0" name=""/>
        <dsp:cNvSpPr/>
      </dsp:nvSpPr>
      <dsp:spPr>
        <a:xfrm>
          <a:off x="0" y="2897240"/>
          <a:ext cx="9404352" cy="115869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1BAF0D-8220-4CE1-A918-17D2681B30C6}">
      <dsp:nvSpPr>
        <dsp:cNvPr id="0" name=""/>
        <dsp:cNvSpPr/>
      </dsp:nvSpPr>
      <dsp:spPr>
        <a:xfrm>
          <a:off x="350506" y="3157947"/>
          <a:ext cx="637284" cy="6372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42D68-DC53-4EAB-AD3D-320F3545EE3A}">
      <dsp:nvSpPr>
        <dsp:cNvPr id="0" name=""/>
        <dsp:cNvSpPr/>
      </dsp:nvSpPr>
      <dsp:spPr>
        <a:xfrm>
          <a:off x="1338296" y="2897240"/>
          <a:ext cx="8066055" cy="1158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29" tIns="122629" rIns="122629" bIns="1226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3. Order management: Place orders and track user order history.</a:t>
          </a:r>
        </a:p>
      </dsp:txBody>
      <dsp:txXfrm>
        <a:off x="1338296" y="2897240"/>
        <a:ext cx="8066055" cy="11586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8B900-26E1-4D3E-AFB3-28F46CACA4CD}">
      <dsp:nvSpPr>
        <dsp:cNvPr id="0" name=""/>
        <dsp:cNvSpPr/>
      </dsp:nvSpPr>
      <dsp:spPr>
        <a:xfrm>
          <a:off x="0" y="543937"/>
          <a:ext cx="9404352" cy="3357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Implementation</a:t>
          </a:r>
          <a:r>
            <a:rPr lang="en-US" sz="1400" kern="1200" dirty="0"/>
            <a:t>: </a:t>
          </a:r>
          <a:r>
            <a:rPr lang="en-US" sz="1400" b="1" i="1" kern="1200" dirty="0"/>
            <a:t>product_factory.py</a:t>
          </a:r>
          <a:endParaRPr lang="en-US" sz="1400" kern="1200" dirty="0"/>
        </a:p>
      </dsp:txBody>
      <dsp:txXfrm>
        <a:off x="16392" y="560329"/>
        <a:ext cx="9371568" cy="303006"/>
      </dsp:txXfrm>
    </dsp:sp>
    <dsp:sp modelId="{C80B7982-B235-4BB3-AF57-5906F878C833}">
      <dsp:nvSpPr>
        <dsp:cNvPr id="0" name=""/>
        <dsp:cNvSpPr/>
      </dsp:nvSpPr>
      <dsp:spPr>
        <a:xfrm>
          <a:off x="0" y="920047"/>
          <a:ext cx="9404352" cy="3357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Abstract Product</a:t>
          </a:r>
          <a:r>
            <a:rPr lang="en-US" sz="1400" kern="1200"/>
            <a:t>: Product class with a get_details() method.</a:t>
          </a:r>
        </a:p>
      </dsp:txBody>
      <dsp:txXfrm>
        <a:off x="16392" y="936439"/>
        <a:ext cx="9371568" cy="303006"/>
      </dsp:txXfrm>
    </dsp:sp>
    <dsp:sp modelId="{A795EEE3-283C-4EB0-8351-7730CB2E56D4}">
      <dsp:nvSpPr>
        <dsp:cNvPr id="0" name=""/>
        <dsp:cNvSpPr/>
      </dsp:nvSpPr>
      <dsp:spPr>
        <a:xfrm>
          <a:off x="0" y="1296157"/>
          <a:ext cx="9404352" cy="3357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Concrete Products</a:t>
          </a:r>
          <a:r>
            <a:rPr lang="en-US" sz="1400" kern="1200"/>
            <a:t>: DigitalProduct and PhysicalProduct inherit from Product.</a:t>
          </a:r>
        </a:p>
      </dsp:txBody>
      <dsp:txXfrm>
        <a:off x="16392" y="1312549"/>
        <a:ext cx="9371568" cy="303006"/>
      </dsp:txXfrm>
    </dsp:sp>
    <dsp:sp modelId="{9EAC4AB3-AFD1-4366-A566-956D2CC19B94}">
      <dsp:nvSpPr>
        <dsp:cNvPr id="0" name=""/>
        <dsp:cNvSpPr/>
      </dsp:nvSpPr>
      <dsp:spPr>
        <a:xfrm>
          <a:off x="0" y="1672267"/>
          <a:ext cx="9404352" cy="3357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Factory</a:t>
          </a:r>
          <a:r>
            <a:rPr lang="en-US" sz="1400" kern="1200"/>
            <a:t>: A ProductFactory with a method to create objects based on input type (e.g., "</a:t>
          </a:r>
          <a:r>
            <a:rPr lang="en-US" sz="1400" b="1" kern="1200"/>
            <a:t>digital</a:t>
          </a:r>
          <a:r>
            <a:rPr lang="en-US" sz="1400" kern="1200"/>
            <a:t>", "</a:t>
          </a:r>
          <a:r>
            <a:rPr lang="en-US" sz="1400" b="1" kern="1200"/>
            <a:t>physical</a:t>
          </a:r>
          <a:r>
            <a:rPr lang="en-US" sz="1400" kern="1200"/>
            <a:t>").</a:t>
          </a:r>
        </a:p>
      </dsp:txBody>
      <dsp:txXfrm>
        <a:off x="16392" y="1688659"/>
        <a:ext cx="9371568" cy="303006"/>
      </dsp:txXfrm>
    </dsp:sp>
    <dsp:sp modelId="{50F38F0F-E201-4A9D-B397-59F6D1A34B72}">
      <dsp:nvSpPr>
        <dsp:cNvPr id="0" name=""/>
        <dsp:cNvSpPr/>
      </dsp:nvSpPr>
      <dsp:spPr>
        <a:xfrm>
          <a:off x="0" y="2048377"/>
          <a:ext cx="9404352" cy="3357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Purpose</a:t>
          </a:r>
          <a:r>
            <a:rPr lang="en-US" sz="1400" kern="1200"/>
            <a:t>: Simplify object creation by encapsulating logic; enhances flexibility and scalability.</a:t>
          </a:r>
        </a:p>
      </dsp:txBody>
      <dsp:txXfrm>
        <a:off x="16392" y="2064769"/>
        <a:ext cx="9371568" cy="303006"/>
      </dsp:txXfrm>
    </dsp:sp>
    <dsp:sp modelId="{702EF105-0DF5-4626-9723-A6D545B7FDC5}">
      <dsp:nvSpPr>
        <dsp:cNvPr id="0" name=""/>
        <dsp:cNvSpPr/>
      </dsp:nvSpPr>
      <dsp:spPr>
        <a:xfrm>
          <a:off x="0" y="2424487"/>
          <a:ext cx="9404352" cy="3357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Testing</a:t>
          </a:r>
          <a:r>
            <a:rPr lang="en-US" sz="1400" kern="1200"/>
            <a:t>:   Terminal:</a:t>
          </a:r>
        </a:p>
      </dsp:txBody>
      <dsp:txXfrm>
        <a:off x="16392" y="2440879"/>
        <a:ext cx="9371568" cy="303006"/>
      </dsp:txXfrm>
    </dsp:sp>
    <dsp:sp modelId="{5EC73407-8C11-4985-AFE5-23D09DF1123D}">
      <dsp:nvSpPr>
        <dsp:cNvPr id="0" name=""/>
        <dsp:cNvSpPr/>
      </dsp:nvSpPr>
      <dsp:spPr>
        <a:xfrm>
          <a:off x="0" y="2800596"/>
          <a:ext cx="9404352" cy="3357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/>
            <a:t>Python main.py        -&gt;</a:t>
          </a:r>
          <a:r>
            <a:rPr lang="en-US" sz="1400" i="1" kern="1200"/>
            <a:t> </a:t>
          </a:r>
          <a:r>
            <a:rPr lang="en-US" sz="1400" b="1" i="1" kern="1200"/>
            <a:t>test the code (Factory method) from terminal</a:t>
          </a:r>
          <a:endParaRPr lang="en-US" sz="1400" kern="1200"/>
        </a:p>
      </dsp:txBody>
      <dsp:txXfrm>
        <a:off x="16392" y="2816988"/>
        <a:ext cx="9371568" cy="303006"/>
      </dsp:txXfrm>
    </dsp:sp>
    <dsp:sp modelId="{41F9273D-C532-47F2-A0C9-7A07FD0196E5}">
      <dsp:nvSpPr>
        <dsp:cNvPr id="0" name=""/>
        <dsp:cNvSpPr/>
      </dsp:nvSpPr>
      <dsp:spPr>
        <a:xfrm>
          <a:off x="0" y="3176707"/>
          <a:ext cx="9404352" cy="33579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/>
            <a:t>python -m unittest discover -s test      -&gt; </a:t>
          </a:r>
          <a:r>
            <a:rPr lang="en-US" sz="1400" b="1" kern="1200"/>
            <a:t>verify the implementation.</a:t>
          </a:r>
          <a:endParaRPr lang="en-US" sz="1400" kern="1200"/>
        </a:p>
      </dsp:txBody>
      <dsp:txXfrm>
        <a:off x="16392" y="3193099"/>
        <a:ext cx="9371568" cy="3030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96763-1885-4A4B-A3F0-6251C24C6B3A}">
      <dsp:nvSpPr>
        <dsp:cNvPr id="0" name=""/>
        <dsp:cNvSpPr/>
      </dsp:nvSpPr>
      <dsp:spPr>
        <a:xfrm>
          <a:off x="13347" y="115473"/>
          <a:ext cx="1509048" cy="1509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CBFC3-67F1-4A4F-877D-AB05CF46F71E}">
      <dsp:nvSpPr>
        <dsp:cNvPr id="0" name=""/>
        <dsp:cNvSpPr/>
      </dsp:nvSpPr>
      <dsp:spPr>
        <a:xfrm>
          <a:off x="13347" y="1789017"/>
          <a:ext cx="4311566" cy="646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300" b="1" kern="1200"/>
            <a:t>Structural Patterns:</a:t>
          </a:r>
          <a:endParaRPr lang="en-US" sz="3300" kern="1200"/>
        </a:p>
      </dsp:txBody>
      <dsp:txXfrm>
        <a:off x="13347" y="1789017"/>
        <a:ext cx="4311566" cy="646734"/>
      </dsp:txXfrm>
    </dsp:sp>
    <dsp:sp modelId="{33680163-3DFC-4820-8375-C606B6A85806}">
      <dsp:nvSpPr>
        <dsp:cNvPr id="0" name=""/>
        <dsp:cNvSpPr/>
      </dsp:nvSpPr>
      <dsp:spPr>
        <a:xfrm>
          <a:off x="13347" y="2512262"/>
          <a:ext cx="4311566" cy="1428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Dependency Injection:</a:t>
          </a:r>
          <a:r>
            <a:rPr lang="en-GB" sz="1700" kern="1200"/>
            <a:t> Example: Passing repositories and validation strategies into classes like UserService (user_services.py).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Import from </a:t>
          </a:r>
          <a:r>
            <a:rPr lang="en-GB" sz="1700" b="1" kern="1200"/>
            <a:t>validators.py </a:t>
          </a:r>
          <a:r>
            <a:rPr lang="en-GB" sz="1700" kern="1200"/>
            <a:t>and </a:t>
          </a:r>
          <a:r>
            <a:rPr lang="en-GB" sz="1700" b="1" kern="1200"/>
            <a:t>strategies.py</a:t>
          </a:r>
          <a:endParaRPr lang="en-US" sz="1700" kern="1200"/>
        </a:p>
      </dsp:txBody>
      <dsp:txXfrm>
        <a:off x="13347" y="2512262"/>
        <a:ext cx="4311566" cy="1428697"/>
      </dsp:txXfrm>
    </dsp:sp>
    <dsp:sp modelId="{D11FE42F-B93E-4937-B00B-68394D94E3BF}">
      <dsp:nvSpPr>
        <dsp:cNvPr id="0" name=""/>
        <dsp:cNvSpPr/>
      </dsp:nvSpPr>
      <dsp:spPr>
        <a:xfrm>
          <a:off x="5079438" y="115473"/>
          <a:ext cx="1509048" cy="1509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F9E2EE-46FD-49EF-9669-7AEC195953B4}">
      <dsp:nvSpPr>
        <dsp:cNvPr id="0" name=""/>
        <dsp:cNvSpPr/>
      </dsp:nvSpPr>
      <dsp:spPr>
        <a:xfrm>
          <a:off x="5079438" y="1789017"/>
          <a:ext cx="4311566" cy="646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300" b="1" kern="1200"/>
            <a:t>Behavioural Patterns:</a:t>
          </a:r>
          <a:endParaRPr lang="en-US" sz="3300" kern="1200"/>
        </a:p>
      </dsp:txBody>
      <dsp:txXfrm>
        <a:off x="5079438" y="1789017"/>
        <a:ext cx="4311566" cy="646734"/>
      </dsp:txXfrm>
    </dsp:sp>
    <dsp:sp modelId="{4238F52B-F43A-4629-9FA6-13EE8135B50A}">
      <dsp:nvSpPr>
        <dsp:cNvPr id="0" name=""/>
        <dsp:cNvSpPr/>
      </dsp:nvSpPr>
      <dsp:spPr>
        <a:xfrm>
          <a:off x="5079438" y="2512262"/>
          <a:ext cx="4311566" cy="1428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kern="1200"/>
            <a:t>Strategy Pattern:</a:t>
          </a:r>
          <a:r>
            <a:rPr lang="en-GB" sz="1700" kern="1200"/>
            <a:t> Provides flexibility for password validation (e.g., BasicPasswordValidationStrategy vs StrongPasswordValidationStrategy) in </a:t>
          </a:r>
          <a:r>
            <a:rPr lang="en-GB" sz="1700" b="1" kern="1200"/>
            <a:t>strategies.py</a:t>
          </a:r>
          <a:endParaRPr lang="en-US" sz="1700" kern="1200"/>
        </a:p>
      </dsp:txBody>
      <dsp:txXfrm>
        <a:off x="5079438" y="2512262"/>
        <a:ext cx="4311566" cy="14286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F7CB18-E718-483F-9965-21ADDA7FE516}">
      <dsp:nvSpPr>
        <dsp:cNvPr id="0" name=""/>
        <dsp:cNvSpPr/>
      </dsp:nvSpPr>
      <dsp:spPr>
        <a:xfrm>
          <a:off x="0" y="346"/>
          <a:ext cx="9404352" cy="4771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887C6C-A76B-450E-A521-8F3ECD818C0D}">
      <dsp:nvSpPr>
        <dsp:cNvPr id="0" name=""/>
        <dsp:cNvSpPr/>
      </dsp:nvSpPr>
      <dsp:spPr>
        <a:xfrm>
          <a:off x="144336" y="107704"/>
          <a:ext cx="262430" cy="2624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6A1F48-7FB6-4D01-9289-C1E8180DD210}">
      <dsp:nvSpPr>
        <dsp:cNvPr id="0" name=""/>
        <dsp:cNvSpPr/>
      </dsp:nvSpPr>
      <dsp:spPr>
        <a:xfrm>
          <a:off x="551103" y="346"/>
          <a:ext cx="8853248" cy="47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8" tIns="50498" rIns="50498" bIns="504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Input Validation: </a:t>
          </a:r>
          <a:r>
            <a:rPr lang="en-GB" sz="1600" b="1" kern="1200"/>
            <a:t>validators.py</a:t>
          </a:r>
          <a:endParaRPr lang="en-US" sz="1600" kern="1200"/>
        </a:p>
      </dsp:txBody>
      <dsp:txXfrm>
        <a:off x="551103" y="346"/>
        <a:ext cx="8853248" cy="477145"/>
      </dsp:txXfrm>
    </dsp:sp>
    <dsp:sp modelId="{ABDFA79D-E87C-46EC-A2D8-86169EA96A9E}">
      <dsp:nvSpPr>
        <dsp:cNvPr id="0" name=""/>
        <dsp:cNvSpPr/>
      </dsp:nvSpPr>
      <dsp:spPr>
        <a:xfrm>
          <a:off x="0" y="596779"/>
          <a:ext cx="9404352" cy="4771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16B959-2B20-463B-80AC-307578FDDB69}">
      <dsp:nvSpPr>
        <dsp:cNvPr id="0" name=""/>
        <dsp:cNvSpPr/>
      </dsp:nvSpPr>
      <dsp:spPr>
        <a:xfrm>
          <a:off x="144336" y="704136"/>
          <a:ext cx="262430" cy="2624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9F897-49E6-439E-B2ED-7584F59112BA}">
      <dsp:nvSpPr>
        <dsp:cNvPr id="0" name=""/>
        <dsp:cNvSpPr/>
      </dsp:nvSpPr>
      <dsp:spPr>
        <a:xfrm>
          <a:off x="551103" y="596779"/>
          <a:ext cx="8853248" cy="47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8" tIns="50498" rIns="50498" bIns="504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1" kern="1200"/>
            <a:t>validate_email() </a:t>
          </a:r>
          <a:r>
            <a:rPr lang="en-GB" sz="1600" kern="1200"/>
            <a:t>and </a:t>
          </a:r>
          <a:r>
            <a:rPr lang="en-GB" sz="1600" b="1" i="1" kern="1200"/>
            <a:t>validate_password() </a:t>
          </a:r>
          <a:r>
            <a:rPr lang="en-GB" sz="1600" kern="1200"/>
            <a:t>prevent invalid data entry.</a:t>
          </a:r>
          <a:endParaRPr lang="en-US" sz="1600" kern="1200"/>
        </a:p>
      </dsp:txBody>
      <dsp:txXfrm>
        <a:off x="551103" y="596779"/>
        <a:ext cx="8853248" cy="477145"/>
      </dsp:txXfrm>
    </dsp:sp>
    <dsp:sp modelId="{817BA95E-4EFD-4ABF-BCCC-774D2DF622F4}">
      <dsp:nvSpPr>
        <dsp:cNvPr id="0" name=""/>
        <dsp:cNvSpPr/>
      </dsp:nvSpPr>
      <dsp:spPr>
        <a:xfrm>
          <a:off x="0" y="1193211"/>
          <a:ext cx="9404352" cy="4771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7E2CC4-140E-4396-842B-3A1E127E6E31}">
      <dsp:nvSpPr>
        <dsp:cNvPr id="0" name=""/>
        <dsp:cNvSpPr/>
      </dsp:nvSpPr>
      <dsp:spPr>
        <a:xfrm>
          <a:off x="144336" y="1300569"/>
          <a:ext cx="262430" cy="2624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883A04-6749-4A76-8824-00FE82FFAADF}">
      <dsp:nvSpPr>
        <dsp:cNvPr id="0" name=""/>
        <dsp:cNvSpPr/>
      </dsp:nvSpPr>
      <dsp:spPr>
        <a:xfrm>
          <a:off x="551103" y="1193211"/>
          <a:ext cx="8853248" cy="47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8" tIns="50498" rIns="50498" bIns="504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1" kern="1200"/>
            <a:t>sanitize_input() </a:t>
          </a:r>
          <a:r>
            <a:rPr lang="en-GB" sz="1600" kern="1200"/>
            <a:t>avoids injection attacks.</a:t>
          </a:r>
          <a:endParaRPr lang="en-US" sz="1600" kern="1200"/>
        </a:p>
      </dsp:txBody>
      <dsp:txXfrm>
        <a:off x="551103" y="1193211"/>
        <a:ext cx="8853248" cy="477145"/>
      </dsp:txXfrm>
    </dsp:sp>
    <dsp:sp modelId="{08362042-97EA-4107-B920-15D99E16DA91}">
      <dsp:nvSpPr>
        <dsp:cNvPr id="0" name=""/>
        <dsp:cNvSpPr/>
      </dsp:nvSpPr>
      <dsp:spPr>
        <a:xfrm>
          <a:off x="0" y="1789644"/>
          <a:ext cx="9404352" cy="4771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D768C-155D-4876-8074-573CE2DDC801}">
      <dsp:nvSpPr>
        <dsp:cNvPr id="0" name=""/>
        <dsp:cNvSpPr/>
      </dsp:nvSpPr>
      <dsp:spPr>
        <a:xfrm>
          <a:off x="144336" y="1897001"/>
          <a:ext cx="262430" cy="2624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F7E504-DD69-406E-96ED-2C24832B9DD4}">
      <dsp:nvSpPr>
        <dsp:cNvPr id="0" name=""/>
        <dsp:cNvSpPr/>
      </dsp:nvSpPr>
      <dsp:spPr>
        <a:xfrm>
          <a:off x="551103" y="1789644"/>
          <a:ext cx="8853248" cy="47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8" tIns="50498" rIns="50498" bIns="504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Authentication:</a:t>
          </a:r>
          <a:endParaRPr lang="en-US" sz="1600" kern="1200"/>
        </a:p>
      </dsp:txBody>
      <dsp:txXfrm>
        <a:off x="551103" y="1789644"/>
        <a:ext cx="8853248" cy="477145"/>
      </dsp:txXfrm>
    </dsp:sp>
    <dsp:sp modelId="{5E61EFC6-5EF1-4020-92D6-6277A439C331}">
      <dsp:nvSpPr>
        <dsp:cNvPr id="0" name=""/>
        <dsp:cNvSpPr/>
      </dsp:nvSpPr>
      <dsp:spPr>
        <a:xfrm>
          <a:off x="0" y="2386076"/>
          <a:ext cx="9404352" cy="4771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2C10D8-E1CB-4ADD-9117-C29B98864604}">
      <dsp:nvSpPr>
        <dsp:cNvPr id="0" name=""/>
        <dsp:cNvSpPr/>
      </dsp:nvSpPr>
      <dsp:spPr>
        <a:xfrm>
          <a:off x="144336" y="2493434"/>
          <a:ext cx="262430" cy="26243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128E6-EC00-458D-BA44-EBAF19B01E04}">
      <dsp:nvSpPr>
        <dsp:cNvPr id="0" name=""/>
        <dsp:cNvSpPr/>
      </dsp:nvSpPr>
      <dsp:spPr>
        <a:xfrm>
          <a:off x="551103" y="2386076"/>
          <a:ext cx="8853248" cy="47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8" tIns="50498" rIns="50498" bIns="504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Secure password hashing with </a:t>
          </a:r>
          <a:r>
            <a:rPr lang="en-GB" sz="1600" b="1" i="1" kern="1200"/>
            <a:t>bcrypt</a:t>
          </a:r>
          <a:r>
            <a:rPr lang="en-GB" sz="1600" kern="1200"/>
            <a:t> (</a:t>
          </a:r>
          <a:r>
            <a:rPr lang="en-GB" sz="1600" i="1" kern="1200"/>
            <a:t>user_service.py</a:t>
          </a:r>
          <a:r>
            <a:rPr lang="en-GB" sz="1600" kern="1200"/>
            <a:t>)</a:t>
          </a:r>
          <a:endParaRPr lang="en-US" sz="1600" kern="1200"/>
        </a:p>
      </dsp:txBody>
      <dsp:txXfrm>
        <a:off x="551103" y="2386076"/>
        <a:ext cx="8853248" cy="477145"/>
      </dsp:txXfrm>
    </dsp:sp>
    <dsp:sp modelId="{3E81E1B7-9D92-49A9-AF21-BD96CE9AE8A5}">
      <dsp:nvSpPr>
        <dsp:cNvPr id="0" name=""/>
        <dsp:cNvSpPr/>
      </dsp:nvSpPr>
      <dsp:spPr>
        <a:xfrm>
          <a:off x="0" y="2982508"/>
          <a:ext cx="9404352" cy="4771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D02E79-683C-4A8F-916A-E9F5660511E6}">
      <dsp:nvSpPr>
        <dsp:cNvPr id="0" name=""/>
        <dsp:cNvSpPr/>
      </dsp:nvSpPr>
      <dsp:spPr>
        <a:xfrm>
          <a:off x="144336" y="3089866"/>
          <a:ext cx="262430" cy="26243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31303-B760-48CF-BFBB-C51F241CD3DD}">
      <dsp:nvSpPr>
        <dsp:cNvPr id="0" name=""/>
        <dsp:cNvSpPr/>
      </dsp:nvSpPr>
      <dsp:spPr>
        <a:xfrm>
          <a:off x="551103" y="2982508"/>
          <a:ext cx="8853248" cy="47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8" tIns="50498" rIns="50498" bIns="504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Exception Handling:</a:t>
          </a:r>
          <a:endParaRPr lang="en-US" sz="1600" kern="1200"/>
        </a:p>
      </dsp:txBody>
      <dsp:txXfrm>
        <a:off x="551103" y="2982508"/>
        <a:ext cx="8853248" cy="477145"/>
      </dsp:txXfrm>
    </dsp:sp>
    <dsp:sp modelId="{88F28853-948A-4796-976F-6E4CDB5C319F}">
      <dsp:nvSpPr>
        <dsp:cNvPr id="0" name=""/>
        <dsp:cNvSpPr/>
      </dsp:nvSpPr>
      <dsp:spPr>
        <a:xfrm>
          <a:off x="0" y="3578941"/>
          <a:ext cx="9404352" cy="4771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C7444F-5A2C-4671-8644-B5A44837CD26}">
      <dsp:nvSpPr>
        <dsp:cNvPr id="0" name=""/>
        <dsp:cNvSpPr/>
      </dsp:nvSpPr>
      <dsp:spPr>
        <a:xfrm>
          <a:off x="144336" y="3686299"/>
          <a:ext cx="262430" cy="26243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D9D66-0CCB-4B02-A174-4923BB51AF8D}">
      <dsp:nvSpPr>
        <dsp:cNvPr id="0" name=""/>
        <dsp:cNvSpPr/>
      </dsp:nvSpPr>
      <dsp:spPr>
        <a:xfrm>
          <a:off x="551103" y="3578941"/>
          <a:ext cx="8853248" cy="47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98" tIns="50498" rIns="50498" bIns="504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Comprehensive error handling ensures fault tolerance (</a:t>
          </a:r>
          <a:r>
            <a:rPr lang="en-GB" sz="1600" i="1" kern="1200"/>
            <a:t>validators.py</a:t>
          </a:r>
          <a:r>
            <a:rPr lang="en-GB" sz="1600" kern="1200"/>
            <a:t>).</a:t>
          </a:r>
          <a:endParaRPr lang="en-US" sz="1600" kern="1200"/>
        </a:p>
      </dsp:txBody>
      <dsp:txXfrm>
        <a:off x="551103" y="3578941"/>
        <a:ext cx="8853248" cy="4771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3DB63E-E3DD-471C-91CE-F78359CF0987}">
      <dsp:nvSpPr>
        <dsp:cNvPr id="0" name=""/>
        <dsp:cNvSpPr/>
      </dsp:nvSpPr>
      <dsp:spPr>
        <a:xfrm>
          <a:off x="2755" y="607461"/>
          <a:ext cx="2185777" cy="13114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Overview:</a:t>
          </a:r>
        </a:p>
      </dsp:txBody>
      <dsp:txXfrm>
        <a:off x="2755" y="607461"/>
        <a:ext cx="2185777" cy="1311466"/>
      </dsp:txXfrm>
    </dsp:sp>
    <dsp:sp modelId="{0C5B92EC-BE2E-407F-929B-1C9AC9F8DF1B}">
      <dsp:nvSpPr>
        <dsp:cNvPr id="0" name=""/>
        <dsp:cNvSpPr/>
      </dsp:nvSpPr>
      <dsp:spPr>
        <a:xfrm>
          <a:off x="2407110" y="607461"/>
          <a:ext cx="2185777" cy="131146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Step 1</a:t>
          </a:r>
          <a:r>
            <a:rPr lang="en-US" sz="2600" kern="1200"/>
            <a:t>: User Registration</a:t>
          </a:r>
        </a:p>
      </dsp:txBody>
      <dsp:txXfrm>
        <a:off x="2407110" y="607461"/>
        <a:ext cx="2185777" cy="1311466"/>
      </dsp:txXfrm>
    </dsp:sp>
    <dsp:sp modelId="{AC1A90CB-B79A-4FA0-9717-588BC8F838EE}">
      <dsp:nvSpPr>
        <dsp:cNvPr id="0" name=""/>
        <dsp:cNvSpPr/>
      </dsp:nvSpPr>
      <dsp:spPr>
        <a:xfrm>
          <a:off x="4811464" y="607461"/>
          <a:ext cx="2185777" cy="131146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Step 2</a:t>
          </a:r>
          <a:r>
            <a:rPr lang="en-US" sz="2600" kern="1200"/>
            <a:t>: User Login </a:t>
          </a:r>
        </a:p>
      </dsp:txBody>
      <dsp:txXfrm>
        <a:off x="4811464" y="607461"/>
        <a:ext cx="2185777" cy="1311466"/>
      </dsp:txXfrm>
    </dsp:sp>
    <dsp:sp modelId="{C98D814D-C481-4692-8024-4CED21B444A7}">
      <dsp:nvSpPr>
        <dsp:cNvPr id="0" name=""/>
        <dsp:cNvSpPr/>
      </dsp:nvSpPr>
      <dsp:spPr>
        <a:xfrm>
          <a:off x="7215819" y="607461"/>
          <a:ext cx="2185777" cy="131146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Step 3</a:t>
          </a:r>
          <a:r>
            <a:rPr lang="en-US" sz="2600" kern="1200"/>
            <a:t>: Add Products to Store</a:t>
          </a:r>
        </a:p>
      </dsp:txBody>
      <dsp:txXfrm>
        <a:off x="7215819" y="607461"/>
        <a:ext cx="2185777" cy="1311466"/>
      </dsp:txXfrm>
    </dsp:sp>
    <dsp:sp modelId="{74362046-E36E-4079-A3D3-567CD8FE0A11}">
      <dsp:nvSpPr>
        <dsp:cNvPr id="0" name=""/>
        <dsp:cNvSpPr/>
      </dsp:nvSpPr>
      <dsp:spPr>
        <a:xfrm>
          <a:off x="1204932" y="2137505"/>
          <a:ext cx="2185777" cy="131146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Step 4</a:t>
          </a:r>
          <a:r>
            <a:rPr lang="en-US" sz="2600" kern="1200"/>
            <a:t>: View Available Products</a:t>
          </a:r>
        </a:p>
      </dsp:txBody>
      <dsp:txXfrm>
        <a:off x="1204932" y="2137505"/>
        <a:ext cx="2185777" cy="1311466"/>
      </dsp:txXfrm>
    </dsp:sp>
    <dsp:sp modelId="{D0709009-54B1-4733-A0C6-867376777E54}">
      <dsp:nvSpPr>
        <dsp:cNvPr id="0" name=""/>
        <dsp:cNvSpPr/>
      </dsp:nvSpPr>
      <dsp:spPr>
        <a:xfrm>
          <a:off x="3609287" y="2137505"/>
          <a:ext cx="2185777" cy="13114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Step 5</a:t>
          </a:r>
          <a:r>
            <a:rPr lang="en-US" sz="2600" kern="1200"/>
            <a:t>: Place an Order</a:t>
          </a:r>
        </a:p>
      </dsp:txBody>
      <dsp:txXfrm>
        <a:off x="3609287" y="2137505"/>
        <a:ext cx="2185777" cy="1311466"/>
      </dsp:txXfrm>
    </dsp:sp>
    <dsp:sp modelId="{1744F0A5-2CB1-4977-AFFB-E1AF73803555}">
      <dsp:nvSpPr>
        <dsp:cNvPr id="0" name=""/>
        <dsp:cNvSpPr/>
      </dsp:nvSpPr>
      <dsp:spPr>
        <a:xfrm>
          <a:off x="6013642" y="2137505"/>
          <a:ext cx="2185777" cy="131146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Step 6</a:t>
          </a:r>
          <a:r>
            <a:rPr lang="en-US" sz="2600" kern="1200"/>
            <a:t>: View User's Order History</a:t>
          </a:r>
        </a:p>
      </dsp:txBody>
      <dsp:txXfrm>
        <a:off x="6013642" y="2137505"/>
        <a:ext cx="2185777" cy="13114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2B4BA-553B-40E0-81A0-E93414C84ECF}">
      <dsp:nvSpPr>
        <dsp:cNvPr id="0" name=""/>
        <dsp:cNvSpPr/>
      </dsp:nvSpPr>
      <dsp:spPr>
        <a:xfrm>
          <a:off x="0" y="0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/>
            <a:t>Users can register by providing:</a:t>
          </a:r>
          <a:endParaRPr lang="en-US" sz="1900" kern="1200"/>
        </a:p>
      </dsp:txBody>
      <dsp:txXfrm>
        <a:off x="21386" y="21386"/>
        <a:ext cx="6368024" cy="687386"/>
      </dsp:txXfrm>
    </dsp:sp>
    <dsp:sp modelId="{B121D9C9-7C78-4BB6-9783-6997FA848FE0}">
      <dsp:nvSpPr>
        <dsp:cNvPr id="0" name=""/>
        <dsp:cNvSpPr/>
      </dsp:nvSpPr>
      <dsp:spPr>
        <a:xfrm>
          <a:off x="540750" y="831568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338703"/>
            <a:satOff val="-1658"/>
            <a:lumOff val="93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/>
            <a:t>- A unique `user_id`  </a:t>
          </a:r>
          <a:endParaRPr lang="en-US" sz="1900" kern="1200"/>
        </a:p>
      </dsp:txBody>
      <dsp:txXfrm>
        <a:off x="562136" y="852954"/>
        <a:ext cx="6183226" cy="687386"/>
      </dsp:txXfrm>
    </dsp:sp>
    <dsp:sp modelId="{7E8B3AE3-E7EB-4874-B894-3E129C114ABF}">
      <dsp:nvSpPr>
        <dsp:cNvPr id="0" name=""/>
        <dsp:cNvSpPr/>
      </dsp:nvSpPr>
      <dsp:spPr>
        <a:xfrm>
          <a:off x="1081500" y="1663137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677407"/>
            <a:satOff val="-3316"/>
            <a:lumOff val="186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/>
            <a:t>- A valid email address  </a:t>
          </a:r>
          <a:endParaRPr lang="en-US" sz="1900" kern="1200"/>
        </a:p>
      </dsp:txBody>
      <dsp:txXfrm>
        <a:off x="1102886" y="1684523"/>
        <a:ext cx="6183226" cy="687386"/>
      </dsp:txXfrm>
    </dsp:sp>
    <dsp:sp modelId="{675FBBD7-FEC5-4621-AF77-2A75D7CFCDA7}">
      <dsp:nvSpPr>
        <dsp:cNvPr id="0" name=""/>
        <dsp:cNvSpPr/>
      </dsp:nvSpPr>
      <dsp:spPr>
        <a:xfrm>
          <a:off x="1622250" y="2494706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1016110"/>
            <a:satOff val="-4974"/>
            <a:lumOff val="279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/>
            <a:t>- A strong password- Passwords are encrypted using `bcrypt` for secure storage.</a:t>
          </a:r>
          <a:endParaRPr lang="en-US" sz="1900" kern="1200"/>
        </a:p>
      </dsp:txBody>
      <dsp:txXfrm>
        <a:off x="1643636" y="2516092"/>
        <a:ext cx="6183226" cy="687386"/>
      </dsp:txXfrm>
    </dsp:sp>
    <dsp:sp modelId="{33169AD7-23DF-4780-AD43-FC834A3AC2C1}">
      <dsp:nvSpPr>
        <dsp:cNvPr id="0" name=""/>
        <dsp:cNvSpPr/>
      </dsp:nvSpPr>
      <dsp:spPr>
        <a:xfrm>
          <a:off x="2163000" y="3326275"/>
          <a:ext cx="7241351" cy="730158"/>
        </a:xfrm>
        <a:prstGeom prst="roundRect">
          <a:avLst>
            <a:gd name="adj" fmla="val 10000"/>
          </a:avLst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0" i="0" kern="1200"/>
            <a:t>- Users can log in using their credentials.</a:t>
          </a:r>
          <a:endParaRPr lang="en-US" sz="1900" kern="1200"/>
        </a:p>
      </dsp:txBody>
      <dsp:txXfrm>
        <a:off x="2184386" y="3347661"/>
        <a:ext cx="6183226" cy="687386"/>
      </dsp:txXfrm>
    </dsp:sp>
    <dsp:sp modelId="{67FC3FD9-376A-4DED-BB3A-B9463B1903D5}">
      <dsp:nvSpPr>
        <dsp:cNvPr id="0" name=""/>
        <dsp:cNvSpPr/>
      </dsp:nvSpPr>
      <dsp:spPr>
        <a:xfrm>
          <a:off x="6766748" y="533421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6873533" y="533421"/>
        <a:ext cx="261032" cy="357138"/>
      </dsp:txXfrm>
    </dsp:sp>
    <dsp:sp modelId="{08DB9606-1F7B-4CA3-9C8C-B2677EE002F8}">
      <dsp:nvSpPr>
        <dsp:cNvPr id="0" name=""/>
        <dsp:cNvSpPr/>
      </dsp:nvSpPr>
      <dsp:spPr>
        <a:xfrm>
          <a:off x="7307498" y="1364990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43256"/>
            <a:satOff val="-1571"/>
            <a:lumOff val="-33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543256"/>
              <a:satOff val="-1571"/>
              <a:lumOff val="-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414283" y="1364990"/>
        <a:ext cx="261032" cy="357138"/>
      </dsp:txXfrm>
    </dsp:sp>
    <dsp:sp modelId="{2B1E76ED-E4A1-4C71-B450-5D14CFFB9D3C}">
      <dsp:nvSpPr>
        <dsp:cNvPr id="0" name=""/>
        <dsp:cNvSpPr/>
      </dsp:nvSpPr>
      <dsp:spPr>
        <a:xfrm>
          <a:off x="7848248" y="2184389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086513"/>
            <a:satOff val="-3142"/>
            <a:lumOff val="-67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086513"/>
              <a:satOff val="-3142"/>
              <a:lumOff val="-6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955033" y="2184389"/>
        <a:ext cx="261032" cy="357138"/>
      </dsp:txXfrm>
    </dsp:sp>
    <dsp:sp modelId="{7BDBAB52-E904-48D9-B564-EC062E5B7583}">
      <dsp:nvSpPr>
        <dsp:cNvPr id="0" name=""/>
        <dsp:cNvSpPr/>
      </dsp:nvSpPr>
      <dsp:spPr>
        <a:xfrm>
          <a:off x="8388998" y="3024071"/>
          <a:ext cx="474602" cy="4746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29769"/>
            <a:satOff val="-4713"/>
            <a:lumOff val="-10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1629769"/>
              <a:satOff val="-4713"/>
              <a:lumOff val="-1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495783" y="3024071"/>
        <a:ext cx="261032" cy="35713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8CB0D0-753A-4393-8499-E30C2AEBCDFD}">
      <dsp:nvSpPr>
        <dsp:cNvPr id="0" name=""/>
        <dsp:cNvSpPr/>
      </dsp:nvSpPr>
      <dsp:spPr>
        <a:xfrm>
          <a:off x="0" y="3053492"/>
          <a:ext cx="9404352" cy="100222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Name    Price    Stock quantity  View all available products.</a:t>
          </a:r>
        </a:p>
      </dsp:txBody>
      <dsp:txXfrm>
        <a:off x="0" y="3053492"/>
        <a:ext cx="9404352" cy="1002224"/>
      </dsp:txXfrm>
    </dsp:sp>
    <dsp:sp modelId="{42D64488-EF99-4726-8D16-D2B84954577C}">
      <dsp:nvSpPr>
        <dsp:cNvPr id="0" name=""/>
        <dsp:cNvSpPr/>
      </dsp:nvSpPr>
      <dsp:spPr>
        <a:xfrm rot="10800000">
          <a:off x="0" y="1527104"/>
          <a:ext cx="9404352" cy="1541421"/>
        </a:xfrm>
        <a:prstGeom prst="upArrowCallout">
          <a:avLst/>
        </a:prstGeom>
        <a:solidFill>
          <a:schemeClr val="accent5">
            <a:hueOff val="3118619"/>
            <a:satOff val="-2006"/>
            <a:lumOff val="137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- Add new products to the store with:   </a:t>
          </a:r>
        </a:p>
      </dsp:txBody>
      <dsp:txXfrm rot="10800000">
        <a:off x="0" y="1527104"/>
        <a:ext cx="9404352" cy="1001569"/>
      </dsp:txXfrm>
    </dsp:sp>
    <dsp:sp modelId="{F4550F71-6C01-46FE-BF90-D91A4C6A8A98}">
      <dsp:nvSpPr>
        <dsp:cNvPr id="0" name=""/>
        <dsp:cNvSpPr/>
      </dsp:nvSpPr>
      <dsp:spPr>
        <a:xfrm rot="10800000">
          <a:off x="0" y="717"/>
          <a:ext cx="9404352" cy="1541421"/>
        </a:xfrm>
        <a:prstGeom prst="upArrowCallou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All the users can:  </a:t>
          </a:r>
        </a:p>
      </dsp:txBody>
      <dsp:txXfrm rot="10800000">
        <a:off x="0" y="717"/>
        <a:ext cx="9404352" cy="100156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6C8CEC-2E7E-415C-90DE-71BA17B5826A}">
      <dsp:nvSpPr>
        <dsp:cNvPr id="0" name=""/>
        <dsp:cNvSpPr/>
      </dsp:nvSpPr>
      <dsp:spPr>
        <a:xfrm>
          <a:off x="0" y="576337"/>
          <a:ext cx="9404352" cy="680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882" tIns="333248" rIns="72988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Solution:</a:t>
          </a:r>
          <a:r>
            <a:rPr lang="en-US" sz="1600" kern="1200"/>
            <a:t> Implemented Strategy Pattern for validation flexibility (strategies.py).</a:t>
          </a:r>
        </a:p>
      </dsp:txBody>
      <dsp:txXfrm>
        <a:off x="0" y="576337"/>
        <a:ext cx="9404352" cy="680400"/>
      </dsp:txXfrm>
    </dsp:sp>
    <dsp:sp modelId="{7899ABEA-7F9E-4F75-9EA3-6AF61E9FB603}">
      <dsp:nvSpPr>
        <dsp:cNvPr id="0" name=""/>
        <dsp:cNvSpPr/>
      </dsp:nvSpPr>
      <dsp:spPr>
        <a:xfrm>
          <a:off x="470217" y="340176"/>
          <a:ext cx="6583046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823" tIns="0" rIns="24882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Challenge 1:</a:t>
          </a:r>
          <a:r>
            <a:rPr lang="en-US" sz="1600" kern="1200"/>
            <a:t> Dynamic requirements for password validation.</a:t>
          </a:r>
        </a:p>
      </dsp:txBody>
      <dsp:txXfrm>
        <a:off x="493274" y="363233"/>
        <a:ext cx="6536932" cy="426206"/>
      </dsp:txXfrm>
    </dsp:sp>
    <dsp:sp modelId="{18F48929-5E65-42B0-AE36-3A87F7FB9475}">
      <dsp:nvSpPr>
        <dsp:cNvPr id="0" name=""/>
        <dsp:cNvSpPr/>
      </dsp:nvSpPr>
      <dsp:spPr>
        <a:xfrm>
          <a:off x="0" y="1579297"/>
          <a:ext cx="9404352" cy="907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882" tIns="333248" rIns="72988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Solution:</a:t>
          </a:r>
          <a:r>
            <a:rPr lang="en-US" sz="1600" kern="1200"/>
            <a:t> Used BaseRepository for consistency and reusability (</a:t>
          </a:r>
          <a:r>
            <a:rPr lang="en-US" sz="1600" b="1" i="1" kern="1200"/>
            <a:t>base_repository.py</a:t>
          </a:r>
          <a:r>
            <a:rPr lang="en-US" sz="1600" kern="1200"/>
            <a:t>).</a:t>
          </a:r>
        </a:p>
      </dsp:txBody>
      <dsp:txXfrm>
        <a:off x="0" y="1579297"/>
        <a:ext cx="9404352" cy="907200"/>
      </dsp:txXfrm>
    </dsp:sp>
    <dsp:sp modelId="{A9DF243B-F502-47CF-A960-1C794571B361}">
      <dsp:nvSpPr>
        <dsp:cNvPr id="0" name=""/>
        <dsp:cNvSpPr/>
      </dsp:nvSpPr>
      <dsp:spPr>
        <a:xfrm>
          <a:off x="470217" y="1343137"/>
          <a:ext cx="6583046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823" tIns="0" rIns="24882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Challenge 2:</a:t>
          </a:r>
          <a:r>
            <a:rPr lang="en-US" sz="1600" kern="1200"/>
            <a:t> Complex repository interactions.</a:t>
          </a:r>
        </a:p>
      </dsp:txBody>
      <dsp:txXfrm>
        <a:off x="493274" y="1366194"/>
        <a:ext cx="6536932" cy="426206"/>
      </dsp:txXfrm>
    </dsp:sp>
    <dsp:sp modelId="{EBA437DD-6A1A-4B26-8EA3-DDE2DAF9EC53}">
      <dsp:nvSpPr>
        <dsp:cNvPr id="0" name=""/>
        <dsp:cNvSpPr/>
      </dsp:nvSpPr>
      <dsp:spPr>
        <a:xfrm>
          <a:off x="0" y="2809057"/>
          <a:ext cx="9404352" cy="907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9882" tIns="333248" rIns="72988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Solution:</a:t>
          </a:r>
          <a:r>
            <a:rPr lang="en-US" sz="1600" kern="1200" dirty="0"/>
            <a:t> Input sanitization and secure authentication via bcrypt (</a:t>
          </a:r>
          <a:r>
            <a:rPr lang="en-US" sz="1600" b="1" i="1" kern="1200" dirty="0"/>
            <a:t>user_service.py </a:t>
          </a:r>
          <a:r>
            <a:rPr lang="en-US" sz="1600" kern="1200" dirty="0"/>
            <a:t>and </a:t>
          </a:r>
          <a:r>
            <a:rPr lang="en-US" sz="1600" b="1" i="1" kern="1200" dirty="0"/>
            <a:t>validators.py</a:t>
          </a:r>
          <a:r>
            <a:rPr lang="en-US" sz="1600" kern="1200" dirty="0"/>
            <a:t>).</a:t>
          </a:r>
        </a:p>
      </dsp:txBody>
      <dsp:txXfrm>
        <a:off x="0" y="2809057"/>
        <a:ext cx="9404352" cy="907200"/>
      </dsp:txXfrm>
    </dsp:sp>
    <dsp:sp modelId="{D95E5DF9-207C-4A1A-B985-FC3A5671E9F1}">
      <dsp:nvSpPr>
        <dsp:cNvPr id="0" name=""/>
        <dsp:cNvSpPr/>
      </dsp:nvSpPr>
      <dsp:spPr>
        <a:xfrm>
          <a:off x="470217" y="2572897"/>
          <a:ext cx="6583046" cy="47232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823" tIns="0" rIns="24882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Challenge 3:</a:t>
          </a:r>
          <a:r>
            <a:rPr lang="en-US" sz="1600" kern="1200"/>
            <a:t> Mitigation of common security risks.</a:t>
          </a:r>
        </a:p>
      </dsp:txBody>
      <dsp:txXfrm>
        <a:off x="493274" y="2595954"/>
        <a:ext cx="6536932" cy="42620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00E5AD-AD73-4A35-8D7A-BE3BAC8E792F}">
      <dsp:nvSpPr>
        <dsp:cNvPr id="0" name=""/>
        <dsp:cNvSpPr/>
      </dsp:nvSpPr>
      <dsp:spPr>
        <a:xfrm>
          <a:off x="0" y="1980"/>
          <a:ext cx="940435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58121-81CB-4CAD-BC9C-EC2C3598D221}">
      <dsp:nvSpPr>
        <dsp:cNvPr id="0" name=""/>
        <dsp:cNvSpPr/>
      </dsp:nvSpPr>
      <dsp:spPr>
        <a:xfrm>
          <a:off x="0" y="1980"/>
          <a:ext cx="9404352" cy="1350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The importance of maintaining modular code for scalability.</a:t>
          </a:r>
          <a:endParaRPr lang="en-US" sz="3700" kern="1200"/>
        </a:p>
      </dsp:txBody>
      <dsp:txXfrm>
        <a:off x="0" y="1980"/>
        <a:ext cx="9404352" cy="1350824"/>
      </dsp:txXfrm>
    </dsp:sp>
    <dsp:sp modelId="{2BFDA94C-862C-417C-82A0-D73797044781}">
      <dsp:nvSpPr>
        <dsp:cNvPr id="0" name=""/>
        <dsp:cNvSpPr/>
      </dsp:nvSpPr>
      <dsp:spPr>
        <a:xfrm>
          <a:off x="0" y="1352804"/>
          <a:ext cx="9404352" cy="0"/>
        </a:xfrm>
        <a:prstGeom prst="line">
          <a:avLst/>
        </a:prstGeom>
        <a:solidFill>
          <a:schemeClr val="accent2">
            <a:hueOff val="677407"/>
            <a:satOff val="-3316"/>
            <a:lumOff val="1862"/>
            <a:alphaOff val="0"/>
          </a:schemeClr>
        </a:solidFill>
        <a:ln w="19050" cap="rnd" cmpd="sng" algn="ctr">
          <a:solidFill>
            <a:schemeClr val="accent2">
              <a:hueOff val="677407"/>
              <a:satOff val="-3316"/>
              <a:lumOff val="18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F669A-6B8A-416E-8B91-433129C8AA79}">
      <dsp:nvSpPr>
        <dsp:cNvPr id="0" name=""/>
        <dsp:cNvSpPr/>
      </dsp:nvSpPr>
      <dsp:spPr>
        <a:xfrm>
          <a:off x="0" y="1352804"/>
          <a:ext cx="9404352" cy="1350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Application of object-oriented principles in real-world projects.</a:t>
          </a:r>
          <a:endParaRPr lang="en-US" sz="3700" kern="1200"/>
        </a:p>
      </dsp:txBody>
      <dsp:txXfrm>
        <a:off x="0" y="1352804"/>
        <a:ext cx="9404352" cy="1350824"/>
      </dsp:txXfrm>
    </dsp:sp>
    <dsp:sp modelId="{78602FE9-0304-4D92-AFD1-B38623BEA7D4}">
      <dsp:nvSpPr>
        <dsp:cNvPr id="0" name=""/>
        <dsp:cNvSpPr/>
      </dsp:nvSpPr>
      <dsp:spPr>
        <a:xfrm>
          <a:off x="0" y="2703629"/>
          <a:ext cx="9404352" cy="0"/>
        </a:xfrm>
        <a:prstGeom prst="line">
          <a:avLst/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accent2">
              <a:hueOff val="1354814"/>
              <a:satOff val="-6632"/>
              <a:lumOff val="37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297F4-AE95-42D9-91CB-CAF1A51CE48D}">
      <dsp:nvSpPr>
        <dsp:cNvPr id="0" name=""/>
        <dsp:cNvSpPr/>
      </dsp:nvSpPr>
      <dsp:spPr>
        <a:xfrm>
          <a:off x="0" y="2703629"/>
          <a:ext cx="9404352" cy="1350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Benefits of secure programming practices in minimizing vulnerabilities.</a:t>
          </a:r>
          <a:endParaRPr lang="en-US" sz="3700" kern="1200"/>
        </a:p>
      </dsp:txBody>
      <dsp:txXfrm>
        <a:off x="0" y="2703629"/>
        <a:ext cx="9404352" cy="135082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1AADB-660B-458B-B820-CE735E21F6E0}">
      <dsp:nvSpPr>
        <dsp:cNvPr id="0" name=""/>
        <dsp:cNvSpPr/>
      </dsp:nvSpPr>
      <dsp:spPr>
        <a:xfrm>
          <a:off x="0" y="6209"/>
          <a:ext cx="9404352" cy="63560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1 - Improvement: Using Argon2 rather than </a:t>
          </a:r>
          <a:r>
            <a:rPr lang="en-US" sz="1600" b="1" i="1" kern="1200" dirty="0"/>
            <a:t>bcrypt</a:t>
          </a:r>
          <a:endParaRPr lang="en-US" sz="1600" kern="1200" dirty="0"/>
        </a:p>
      </dsp:txBody>
      <dsp:txXfrm>
        <a:off x="31028" y="37237"/>
        <a:ext cx="9342296" cy="573546"/>
      </dsp:txXfrm>
    </dsp:sp>
    <dsp:sp modelId="{0CFA2887-35DD-4874-9AAC-E82C5F28F6E5}">
      <dsp:nvSpPr>
        <dsp:cNvPr id="0" name=""/>
        <dsp:cNvSpPr/>
      </dsp:nvSpPr>
      <dsp:spPr>
        <a:xfrm>
          <a:off x="0" y="687891"/>
          <a:ext cx="9404352" cy="635602"/>
        </a:xfrm>
        <a:prstGeom prst="roundRect">
          <a:avLst/>
        </a:prstGeom>
        <a:solidFill>
          <a:schemeClr val="accent5">
            <a:hueOff val="1247448"/>
            <a:satOff val="-803"/>
            <a:lumOff val="54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Reasons:</a:t>
          </a:r>
          <a:endParaRPr lang="en-US" sz="1600" kern="1200"/>
        </a:p>
      </dsp:txBody>
      <dsp:txXfrm>
        <a:off x="31028" y="718919"/>
        <a:ext cx="9342296" cy="573546"/>
      </dsp:txXfrm>
    </dsp:sp>
    <dsp:sp modelId="{B8D705A4-95AC-450C-9986-13D0C0CFD694}">
      <dsp:nvSpPr>
        <dsp:cNvPr id="0" name=""/>
        <dsp:cNvSpPr/>
      </dsp:nvSpPr>
      <dsp:spPr>
        <a:xfrm>
          <a:off x="0" y="1369574"/>
          <a:ext cx="9404352" cy="635602"/>
        </a:xfrm>
        <a:prstGeom prst="roundRect">
          <a:avLst/>
        </a:prstGeom>
        <a:solidFill>
          <a:schemeClr val="accent5">
            <a:hueOff val="2494895"/>
            <a:satOff val="-1605"/>
            <a:lumOff val="109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It is memory-hard (resistant to GPU-based attacks).</a:t>
          </a:r>
          <a:endParaRPr lang="en-US" sz="1600" kern="1200"/>
        </a:p>
      </dsp:txBody>
      <dsp:txXfrm>
        <a:off x="31028" y="1400602"/>
        <a:ext cx="9342296" cy="573546"/>
      </dsp:txXfrm>
    </dsp:sp>
    <dsp:sp modelId="{4BF615CB-D2A7-4850-9039-6F0F2BDCB677}">
      <dsp:nvSpPr>
        <dsp:cNvPr id="0" name=""/>
        <dsp:cNvSpPr/>
      </dsp:nvSpPr>
      <dsp:spPr>
        <a:xfrm>
          <a:off x="0" y="2051257"/>
          <a:ext cx="9404352" cy="635602"/>
        </a:xfrm>
        <a:prstGeom prst="roundRect">
          <a:avLst/>
        </a:prstGeom>
        <a:solidFill>
          <a:schemeClr val="accent5">
            <a:hueOff val="3742343"/>
            <a:satOff val="-2408"/>
            <a:lumOff val="164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Slows down brute-force, DDoS, attacks efficiently.</a:t>
          </a:r>
          <a:endParaRPr lang="en-US" sz="1600" kern="1200"/>
        </a:p>
      </dsp:txBody>
      <dsp:txXfrm>
        <a:off x="31028" y="2082285"/>
        <a:ext cx="9342296" cy="573546"/>
      </dsp:txXfrm>
    </dsp:sp>
    <dsp:sp modelId="{F908385C-A55A-42E8-BDA2-6FAFB1882AD2}">
      <dsp:nvSpPr>
        <dsp:cNvPr id="0" name=""/>
        <dsp:cNvSpPr/>
      </dsp:nvSpPr>
      <dsp:spPr>
        <a:xfrm>
          <a:off x="0" y="2732939"/>
          <a:ext cx="9404352" cy="635602"/>
        </a:xfrm>
        <a:prstGeom prst="roundRect">
          <a:avLst/>
        </a:prstGeom>
        <a:solidFill>
          <a:schemeClr val="accent5">
            <a:hueOff val="4989790"/>
            <a:satOff val="-3210"/>
            <a:lumOff val="219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2 - To catch the ValueError exception messages in my  code and handle it gracefully, using a try...except block while running test files within test folder</a:t>
          </a:r>
        </a:p>
      </dsp:txBody>
      <dsp:txXfrm>
        <a:off x="31028" y="2763967"/>
        <a:ext cx="9342296" cy="573546"/>
      </dsp:txXfrm>
    </dsp:sp>
    <dsp:sp modelId="{D1EFF40E-7958-4812-9038-C44098E81B83}">
      <dsp:nvSpPr>
        <dsp:cNvPr id="0" name=""/>
        <dsp:cNvSpPr/>
      </dsp:nvSpPr>
      <dsp:spPr>
        <a:xfrm>
          <a:off x="0" y="3414622"/>
          <a:ext cx="9404352" cy="635602"/>
        </a:xfrm>
        <a:prstGeom prst="round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 – Imbedding Administration</a:t>
          </a:r>
        </a:p>
      </dsp:txBody>
      <dsp:txXfrm>
        <a:off x="31028" y="3445650"/>
        <a:ext cx="9342296" cy="57354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6D3CB1-5F4C-42F1-BC3B-AB2D6FD08418}">
      <dsp:nvSpPr>
        <dsp:cNvPr id="0" name=""/>
        <dsp:cNvSpPr/>
      </dsp:nvSpPr>
      <dsp:spPr>
        <a:xfrm>
          <a:off x="0" y="0"/>
          <a:ext cx="7993699" cy="18253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Open to questions about design, implementation, or future improvements.</a:t>
          </a:r>
        </a:p>
      </dsp:txBody>
      <dsp:txXfrm>
        <a:off x="53464" y="53464"/>
        <a:ext cx="6107010" cy="1718467"/>
      </dsp:txXfrm>
    </dsp:sp>
    <dsp:sp modelId="{3894141F-EAFE-4ACF-AD45-4932C8304F1D}">
      <dsp:nvSpPr>
        <dsp:cNvPr id="0" name=""/>
        <dsp:cNvSpPr/>
      </dsp:nvSpPr>
      <dsp:spPr>
        <a:xfrm>
          <a:off x="1410652" y="2231038"/>
          <a:ext cx="7993699" cy="1825395"/>
        </a:xfrm>
        <a:prstGeom prst="roundRect">
          <a:avLst>
            <a:gd name="adj" fmla="val 10000"/>
          </a:avLst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Reflection: This project showcases the synergy of software engineering principles and real-world problem-solving.</a:t>
          </a:r>
        </a:p>
      </dsp:txBody>
      <dsp:txXfrm>
        <a:off x="1464116" y="2284502"/>
        <a:ext cx="5289611" cy="1718467"/>
      </dsp:txXfrm>
    </dsp:sp>
    <dsp:sp modelId="{E25F1C31-839C-4492-8E05-36F6DDCB7AF1}">
      <dsp:nvSpPr>
        <dsp:cNvPr id="0" name=""/>
        <dsp:cNvSpPr/>
      </dsp:nvSpPr>
      <dsp:spPr>
        <a:xfrm>
          <a:off x="6807192" y="1434963"/>
          <a:ext cx="1186506" cy="118650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074156" y="1434963"/>
        <a:ext cx="652578" cy="8928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8199C1-24E1-4C55-9CDA-454083E39390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B4DED-2E3C-466B-80F8-8B78701DC5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507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1F2D9-DA7D-7CE6-D78B-04E81245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88723-30EB-6432-9028-97EAC1FB1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349C9-5988-AA6E-8763-4708583FE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Sanitizing input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refers to the process of cleaning and validating user-provided data to prevent potential security vulnerabilities, such as SQL injection or cross-site scripting (XSS).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FDFF4-F336-8A5F-C72E-482220DF0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B4DED-2E3C-466B-80F8-8B78701DC57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675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Polymorphism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achieved through method overriding (when a subclass provides a different implementation of a method) or method overloading (when multiple methods with the same name can handle different parameters).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B4DED-2E3C-466B-80F8-8B78701DC57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0824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Structural Patterns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Structural patterns deal with class composition and object relationships to create flexible and efficient design.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B4DED-2E3C-466B-80F8-8B78701DC57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554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Sanitizing input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refers to the process of cleaning and validating user-provided data to prevent potential security vulnerabilities, such as SQL injection or cross-site scripting (XSS).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B4DED-2E3C-466B-80F8-8B78701DC57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579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AFC80-F670-2722-4FD9-FDD765974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6972D-4E25-CA2B-BDC0-096D210CC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D59A7-BCFB-04EC-DC42-7762F3927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Sanitizing input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refers to the process of cleaning and validating user-provided data to prevent potential security vulnerabilities, such as SQL injection or cross-site scripting (XSS).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D0FAD-EB67-A057-DA18-92E261EE3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B4DED-2E3C-466B-80F8-8B78701DC578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59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71E6E-FAA4-959C-F597-EC377CF11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621DFB-4861-41F8-90C8-27AEAA7C4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D5A796-7040-0929-E779-3069E6ADF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Sanitizing input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refers to the process of cleaning and validating user-provided data to prevent potential security vulnerabilities, such as SQL injection or cross-site scripting (XSS).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0A2F7-99E6-E9FA-C39C-29DC74DC9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B4DED-2E3C-466B-80F8-8B78701DC578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0962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7BD8-298D-13AF-3E9E-A86569B72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92F54-25E5-244B-9151-B6F0C44C0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30103-4FF5-366F-EA37-AF46FE9E4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Sanitizing input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refers to the process of cleaning and validating user-provided data to prevent potential security vulnerabilities, such as SQL injection or cross-site scripting (XSS).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F4A8F-3846-6DF0-4202-4B3E41E91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DB4DED-2E3C-466B-80F8-8B78701DC578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810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EE43-E04E-4D70-92A2-77C34A054139}" type="datetime1">
              <a:rPr lang="en-GB" smtClean="0"/>
              <a:t>25/01/2026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28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6729-DDE7-41F2-9953-888EE8845D94}" type="datetime1">
              <a:rPr lang="en-GB" smtClean="0"/>
              <a:t>25/01/2026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3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339C-7CB3-4EC7-85D4-939755F067DC}" type="datetime1">
              <a:rPr lang="en-GB" smtClean="0"/>
              <a:t>25/01/2026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88C1B-2C01-4575-9DE2-787419E41A58}" type="datetime1">
              <a:rPr lang="en-GB" smtClean="0"/>
              <a:t>25/01/2026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70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FC9F-8416-44AD-9184-F0441E227467}" type="datetime1">
              <a:rPr lang="en-GB" smtClean="0"/>
              <a:t>25/01/2026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394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A5E0-D89B-4A99-B1F4-B99BE7036214}" type="datetime1">
              <a:rPr lang="en-GB" smtClean="0"/>
              <a:t>25/01/2026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6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481B-D274-46E7-A6A6-9AC24589B0BB}" type="datetime1">
              <a:rPr lang="en-GB" smtClean="0"/>
              <a:t>25/01/2026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3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5B09-A3C1-4F90-9E43-B6C45E2AA107}" type="datetime1">
              <a:rPr lang="en-GB" smtClean="0"/>
              <a:t>25/01/2026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9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EF6B4-86D6-412F-BDD8-661E5235ADE2}" type="datetime1">
              <a:rPr lang="en-GB" smtClean="0"/>
              <a:t>25/01/2026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71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0E88A-5CF4-4EF1-9BF5-1150A154C715}" type="datetime1">
              <a:rPr lang="en-GB" smtClean="0"/>
              <a:t>25/01/2026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16332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0E88A-5CF4-4EF1-9BF5-1150A154C715}" type="datetime1">
              <a:rPr lang="en-GB" smtClean="0"/>
              <a:t>25/01/2026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80914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0E88A-5CF4-4EF1-9BF5-1150A154C715}" type="datetime1">
              <a:rPr lang="en-GB" smtClean="0"/>
              <a:t>25/01/2026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2525111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0E88A-5CF4-4EF1-9BF5-1150A154C715}" type="datetime1">
              <a:rPr lang="en-GB" smtClean="0"/>
              <a:t>25/01/2026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840669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0E88A-5CF4-4EF1-9BF5-1150A154C715}" type="datetime1">
              <a:rPr lang="en-GB" smtClean="0"/>
              <a:t>25/01/2026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943866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0E88A-5CF4-4EF1-9BF5-1150A154C715}" type="datetime1">
              <a:rPr lang="en-GB" smtClean="0"/>
              <a:t>25/01/2026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8639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9C771-4504-4C14-A79E-CE2EB72D8D7F}" type="datetime1">
              <a:rPr lang="en-GB" smtClean="0"/>
              <a:t>25/01/2026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44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AEC9F-62C2-4E6C-9EB7-1568D88B15B4}" type="datetime1">
              <a:rPr lang="en-GB" smtClean="0"/>
              <a:t>25/01/2026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53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AB0E88A-5CF4-4EF1-9BF5-1150A154C715}" type="datetime1">
              <a:rPr lang="en-GB" smtClean="0"/>
              <a:t>25/01/2026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UoEO - PG25304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42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owasp.org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48BA98C8-6DB1-4FB5-741E-EB6F5EF38D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3049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86E40B-7600-0171-A39A-D25B7C7FE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1580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GB" sz="2000" dirty="0"/>
              <a:t>Advanced Object-Oriented Design and Programming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4E7FF4-287F-D979-F688-9662CD738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4503" y="5731580"/>
            <a:ext cx="3392781" cy="960120"/>
          </a:xfrm>
        </p:spPr>
        <p:txBody>
          <a:bodyPr anchor="ctr">
            <a:normAutofit fontScale="92500"/>
          </a:bodyPr>
          <a:lstStyle/>
          <a:p>
            <a:pPr algn="r"/>
            <a:r>
              <a:rPr lang="en-GB" sz="1900" dirty="0">
                <a:solidFill>
                  <a:srgbClr val="FFFF00"/>
                </a:solidFill>
              </a:rPr>
              <a:t>University of Essex Online</a:t>
            </a:r>
            <a:br>
              <a:rPr lang="en-GB" sz="1900" dirty="0">
                <a:solidFill>
                  <a:srgbClr val="FFFF00"/>
                </a:solidFill>
              </a:rPr>
            </a:br>
            <a:r>
              <a:rPr lang="en-GB" sz="1900" dirty="0">
                <a:solidFill>
                  <a:srgbClr val="FFFF00"/>
                </a:solidFill>
              </a:rPr>
              <a:t>Payman Ghorbani</a:t>
            </a:r>
            <a:br>
              <a:rPr lang="en-GB" sz="1900" dirty="0">
                <a:solidFill>
                  <a:srgbClr val="FFFF00"/>
                </a:solidFill>
              </a:rPr>
            </a:br>
            <a:r>
              <a:rPr lang="en-GB" sz="1900" dirty="0">
                <a:solidFill>
                  <a:srgbClr val="FFFF00"/>
                </a:solidFill>
              </a:rPr>
              <a:t>January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8F8227-DAAF-FE11-45ED-355FC74E23E2}"/>
              </a:ext>
            </a:extLst>
          </p:cNvPr>
          <p:cNvSpPr txBox="1"/>
          <p:nvPr/>
        </p:nvSpPr>
        <p:spPr>
          <a:xfrm>
            <a:off x="826937" y="892120"/>
            <a:ext cx="666319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E-Commerce Application Development: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 Emphasizing Object-Oriented Design, Design Patterns, and Secure Coding Practices</a:t>
            </a:r>
          </a:p>
          <a:p>
            <a:endParaRPr lang="en-US" sz="3200" b="1" dirty="0"/>
          </a:p>
          <a:p>
            <a:r>
              <a:rPr lang="en-US" sz="3200" b="1" dirty="0"/>
              <a:t>Submission Date: 26</a:t>
            </a:r>
            <a:r>
              <a:rPr lang="en-US" sz="3200" b="1" baseline="30000" dirty="0"/>
              <a:t>th</a:t>
            </a:r>
            <a:r>
              <a:rPr lang="en-US" sz="3200" b="1" dirty="0"/>
              <a:t> Jan. 2026</a:t>
            </a:r>
          </a:p>
          <a:p>
            <a:endParaRPr lang="en-GB" sz="3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27000" y="8890000"/>
            <a:ext cx="1143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/>
            </a:pPr>
            <a:r>
              <a:t>(Gamma et al., 1994; Pressman &amp; Maxim, 2020; OWASP, 2023; NIST, 2020)</a:t>
            </a:r>
          </a:p>
        </p:txBody>
      </p:sp>
    </p:spTree>
    <p:extLst>
      <p:ext uri="{BB962C8B-B14F-4D97-AF65-F5344CB8AC3E}">
        <p14:creationId xmlns:p14="http://schemas.microsoft.com/office/powerpoint/2010/main" val="1565683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838D6-5EE2-E102-B9CA-07E6B5CF2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/>
              <a:t>Project Overview</a:t>
            </a:r>
            <a:br>
              <a:rPr lang="en-GB" b="1"/>
            </a:br>
            <a:endParaRPr lang="en-GB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77D93824-E359-B511-06EA-AFDFA10CBE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3896158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97060-1E95-31BA-7AD6-A07E9C055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26729-DDE7-41F2-9953-888EE8845D94}" type="datetime1">
              <a:rPr lang="en-GB"/>
              <a:pPr>
                <a:spcAft>
                  <a:spcPts val="600"/>
                </a:spcAft>
              </a:pPr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86B84-D384-32E0-9F17-2F77764B8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C2E9D-5876-089C-456F-3B18DB6F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7000" y="8890000"/>
            <a:ext cx="4655442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GB"/>
          </a:p>
          <a:p>
            <a:pPr>
              <a:spcAft>
                <a:spcPts val="600"/>
              </a:spcAft>
              <a:defRPr sz="1000"/>
            </a:pPr>
            <a:r>
              <a:t>(Gamma et al., 1994; Pressman &amp; Maxim, 2020; OWASP, 2023; NIST, 2020)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123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E46F6-71A1-DCF5-C6AB-2BBC08F5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30988-CCBF-D4B5-A76E-DAD3B016B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9066300" cy="610698"/>
          </a:xfrm>
        </p:spPr>
        <p:txBody>
          <a:bodyPr/>
          <a:lstStyle/>
          <a:p>
            <a:r>
              <a:rPr lang="en-GB" sz="2400" b="1" dirty="0">
                <a:solidFill>
                  <a:srgbClr val="FF0000"/>
                </a:solidFill>
              </a:rPr>
              <a:t>Problem Statement and Objectives</a:t>
            </a:r>
            <a:br>
              <a:rPr lang="en-GB" sz="2400" b="1" dirty="0">
                <a:solidFill>
                  <a:srgbClr val="FF0000"/>
                </a:solidFill>
              </a:rPr>
            </a:br>
            <a:br>
              <a:rPr lang="en-GB" sz="2400" b="1" dirty="0">
                <a:solidFill>
                  <a:srgbClr val="FF0000"/>
                </a:solidFill>
              </a:rPr>
            </a:b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A3D2-AEBC-3A10-6585-F2CE605A0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508" y="1367481"/>
            <a:ext cx="9547346" cy="4880918"/>
          </a:xfrm>
        </p:spPr>
        <p:txBody>
          <a:bodyPr/>
          <a:lstStyle/>
          <a:p>
            <a:r>
              <a:rPr lang="en-US" b="1" dirty="0"/>
              <a:t>Problem Statement:</a:t>
            </a:r>
          </a:p>
          <a:p>
            <a:r>
              <a:rPr lang="en-US" dirty="0"/>
              <a:t>Managing user authentication, processing orders, and maintaining secured operations are essential for modern e-commerce systems.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Objectives:</a:t>
            </a:r>
          </a:p>
          <a:p>
            <a:r>
              <a:rPr lang="en-US" dirty="0"/>
              <a:t>Demonstrate Object-Oriented Design Principles for maintainability.</a:t>
            </a:r>
          </a:p>
          <a:p>
            <a:r>
              <a:rPr lang="en-US" dirty="0">
                <a:solidFill>
                  <a:srgbClr val="FFFF00"/>
                </a:solidFill>
              </a:rPr>
              <a:t>Apply Design Patterns </a:t>
            </a:r>
            <a:r>
              <a:rPr lang="en-US" dirty="0"/>
              <a:t>to achieve flexibility and scalability.</a:t>
            </a:r>
          </a:p>
          <a:p>
            <a:r>
              <a:rPr lang="en-US" dirty="0">
                <a:solidFill>
                  <a:srgbClr val="FFFF00"/>
                </a:solidFill>
              </a:rPr>
              <a:t>Ensure secure coding </a:t>
            </a:r>
            <a:r>
              <a:rPr lang="en-US" dirty="0"/>
              <a:t>practices like input validation, authentication, and exception handling.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33B77-C470-00E0-8B06-D77E48A9A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6729-DDE7-41F2-9953-888EE8845D94}" type="datetime1">
              <a:rPr lang="en-GB" smtClean="0"/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34B8E-8F4C-E0D8-F34B-988BEA722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97590-5090-6742-D6EE-F61A6F56E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7000" y="8890000"/>
            <a:ext cx="1143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/>
            </a:pPr>
            <a:r>
              <a:t>(Gamma et al., 1994; Pressman &amp; Maxim, 2020; OWASP, 2023; NIST, 2020)</a:t>
            </a:r>
          </a:p>
        </p:txBody>
      </p:sp>
    </p:spTree>
    <p:extLst>
      <p:ext uri="{BB962C8B-B14F-4D97-AF65-F5344CB8AC3E}">
        <p14:creationId xmlns:p14="http://schemas.microsoft.com/office/powerpoint/2010/main" val="198650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E93DC-E103-CC01-6FF7-E3ADEE8A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F6C820-0483-65AC-F56A-3235C378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1454964"/>
            <a:ext cx="3339281" cy="33088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/>
              <a:t>python -m unittest discover -s test -p "*.py"       Before Starting</a:t>
            </a:r>
            <a:br>
              <a:rPr lang="en-US" sz="2900"/>
            </a:br>
            <a:br>
              <a:rPr lang="en-US" sz="2900"/>
            </a:br>
            <a:br>
              <a:rPr lang="en-US" sz="2900"/>
            </a:br>
            <a:endParaRPr lang="en-US" sz="29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EECC1-A30A-72C4-9C17-6128473CE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4763803"/>
            <a:ext cx="3339281" cy="14643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cap="all">
                <a:solidFill>
                  <a:schemeClr val="bg2">
                    <a:lumMod val="40000"/>
                    <a:lumOff val="60000"/>
                  </a:schemeClr>
                </a:solidFill>
              </a:rPr>
              <a:t>Testing the application (all test files)</a:t>
            </a:r>
            <a:br>
              <a:rPr lang="en-US" sz="1800" cap="all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endParaRPr lang="en-US" sz="1800" cap="all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ED9B7E-5557-B1A7-C1CE-7E02EB1070C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649"/>
          <a:stretch>
            <a:fillRect/>
          </a:stretch>
        </p:blipFill>
        <p:spPr>
          <a:xfrm>
            <a:off x="4634682" y="10"/>
            <a:ext cx="7557319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FEFF673-A9DE-416D-A04E-1D5090454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85648-8DC8-9555-00C8-696D7278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148CC95F-0247-41B6-91CF-DC97C76A7088}" type="slidenum">
              <a:rPr lang="en-US"/>
              <a:pPr defTabSz="914400"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301F3-5D93-FD26-0888-095A36284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6" y="6355080"/>
            <a:ext cx="3422034" cy="3048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UoEO - PG25304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5781B-00BC-C6FD-C4B8-9548809C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9872" y="6355080"/>
            <a:ext cx="3414427" cy="3047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spcAft>
                <a:spcPts val="600"/>
              </a:spcAft>
            </a:pPr>
            <a:fld id="{38526729-DDE7-41F2-9953-888EE8845D94}" type="datetime1">
              <a:rPr lang="en-US">
                <a:solidFill>
                  <a:schemeClr val="tx1">
                    <a:tint val="75000"/>
                  </a:schemeClr>
                </a:solidFill>
              </a:rPr>
              <a:pPr algn="r" defTabSz="914400">
                <a:spcAft>
                  <a:spcPts val="600"/>
                </a:spcAft>
              </a:pPr>
              <a:t>1/25/2026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7000" y="8890000"/>
            <a:ext cx="4655442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GB"/>
          </a:p>
          <a:p>
            <a:pPr>
              <a:spcAft>
                <a:spcPts val="600"/>
              </a:spcAft>
              <a:defRPr sz="1000"/>
            </a:pPr>
            <a:r>
              <a:t>(Gamma et al., 1994; Pressman &amp; Maxim, 2020; OWASP, 2023; NIST, 2020)</a:t>
            </a:r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152400" y="8763000"/>
            <a:ext cx="9380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/>
            </a:pPr>
            <a:r>
              <a:rPr lang="en-GB" sz="1000"/>
              <a:t>(Beck, 2003)</a:t>
            </a:r>
          </a:p>
        </p:txBody>
      </p:sp>
    </p:spTree>
    <p:extLst>
      <p:ext uri="{BB962C8B-B14F-4D97-AF65-F5344CB8AC3E}">
        <p14:creationId xmlns:p14="http://schemas.microsoft.com/office/powerpoint/2010/main" val="340832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0F2F4-DA41-F2B7-5129-13ADAAD06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/>
              <a:t>Key Features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E5F8C8A-5B1C-1552-F401-93A78C4722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2924113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2AE83-DE2E-6293-29AC-8A72EA15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26729-DDE7-41F2-9953-888EE8845D94}" type="datetime1">
              <a:rPr lang="en-GB"/>
              <a:pPr>
                <a:spcAft>
                  <a:spcPts val="600"/>
                </a:spcAft>
              </a:pPr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89C6C-0185-93DD-75A3-F700F6BE7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19E62-F8B7-CAD8-E7C3-45E1B47D7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7000" y="8890000"/>
            <a:ext cx="4655442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GB"/>
          </a:p>
          <a:p>
            <a:pPr>
              <a:spcAft>
                <a:spcPts val="600"/>
              </a:spcAft>
              <a:defRPr sz="1000"/>
            </a:pPr>
            <a:r>
              <a:t>(Gamma et al., 1994; Pressman &amp; Maxim, 2020; OWASP, 2023; NIST, 2020)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655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5EBC02-40A9-D38C-28DC-EAF9802A5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17C31-8129-DC25-CFE1-9DB1682E0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000" dirty="0"/>
              <a:t>Design and System Architecture</a:t>
            </a:r>
            <a:br>
              <a:rPr lang="en-GB" sz="2000" dirty="0"/>
            </a:br>
            <a:r>
              <a:rPr lang="en-GB" sz="2000" dirty="0"/>
              <a:t> </a:t>
            </a:r>
            <a:r>
              <a:rPr lang="en-GB" sz="2000" b="1" dirty="0"/>
              <a:t>(</a:t>
            </a:r>
            <a:r>
              <a:rPr lang="en-GB" sz="2000" b="1" dirty="0">
                <a:solidFill>
                  <a:srgbClr val="FFFF00"/>
                </a:solidFill>
              </a:rPr>
              <a:t>Monolithic layered App</a:t>
            </a:r>
            <a:r>
              <a:rPr lang="en-GB" sz="2000" b="1" dirty="0"/>
              <a:t>.)</a:t>
            </a:r>
            <a:br>
              <a:rPr lang="en-GB" sz="2000" dirty="0"/>
            </a:br>
            <a:br>
              <a:rPr lang="en-GB" sz="2000" b="1" dirty="0"/>
            </a:br>
            <a:endParaRPr lang="en-GB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20B81-B86F-02F2-1A08-545261314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2052214"/>
            <a:ext cx="5965394" cy="419618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700" dirty="0"/>
              <a:t>Architectural Layers:</a:t>
            </a:r>
          </a:p>
          <a:p>
            <a:pPr>
              <a:lnSpc>
                <a:spcPct val="90000"/>
              </a:lnSpc>
            </a:pPr>
            <a:r>
              <a:rPr lang="en-GB" sz="1700" b="1" dirty="0">
                <a:solidFill>
                  <a:srgbClr val="FFFF00"/>
                </a:solidFill>
              </a:rPr>
              <a:t>Presentation Layer</a:t>
            </a:r>
            <a:r>
              <a:rPr lang="en-GB" sz="1700" dirty="0"/>
              <a:t>: Interfaces with 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the user (e.g., UserController).</a:t>
            </a:r>
          </a:p>
          <a:p>
            <a:pPr>
              <a:lnSpc>
                <a:spcPct val="90000"/>
              </a:lnSpc>
            </a:pPr>
            <a:endParaRPr lang="en-GB" sz="1700" dirty="0"/>
          </a:p>
          <a:p>
            <a:pPr>
              <a:lnSpc>
                <a:spcPct val="90000"/>
              </a:lnSpc>
            </a:pPr>
            <a:r>
              <a:rPr lang="en-GB" sz="1700" b="1" dirty="0">
                <a:solidFill>
                  <a:srgbClr val="FFFF00"/>
                </a:solidFill>
              </a:rPr>
              <a:t>Business Layer</a:t>
            </a:r>
            <a:r>
              <a:rPr lang="en-GB" sz="1700" dirty="0"/>
              <a:t>: Solves business logic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 (e.g., UserService, OrderService).</a:t>
            </a:r>
          </a:p>
          <a:p>
            <a:pPr>
              <a:lnSpc>
                <a:spcPct val="90000"/>
              </a:lnSpc>
            </a:pPr>
            <a:endParaRPr lang="en-GB" sz="1700" dirty="0"/>
          </a:p>
          <a:p>
            <a:pPr>
              <a:lnSpc>
                <a:spcPct val="90000"/>
              </a:lnSpc>
            </a:pPr>
            <a:r>
              <a:rPr lang="en-GB" sz="1700" b="1" dirty="0">
                <a:solidFill>
                  <a:srgbClr val="FFFF00"/>
                </a:solidFill>
              </a:rPr>
              <a:t>Data Layer</a:t>
            </a:r>
            <a:r>
              <a:rPr lang="en-GB" sz="1700" dirty="0"/>
              <a:t>: Manages storage 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and retrieval (UserRepository).</a:t>
            </a:r>
          </a:p>
          <a:p>
            <a:pPr>
              <a:lnSpc>
                <a:spcPct val="90000"/>
              </a:lnSpc>
            </a:pPr>
            <a:r>
              <a:rPr lang="en-GB" sz="1700" b="1" dirty="0"/>
              <a:t>Dependency’s flow</a:t>
            </a:r>
            <a:r>
              <a:rPr lang="en-GB" sz="1700" dirty="0"/>
              <a:t>:</a:t>
            </a:r>
          </a:p>
          <a:p>
            <a:pPr>
              <a:lnSpc>
                <a:spcPct val="90000"/>
              </a:lnSpc>
            </a:pPr>
            <a:r>
              <a:rPr lang="en-GB" sz="1700" dirty="0">
                <a:highlight>
                  <a:srgbClr val="000080"/>
                </a:highlight>
              </a:rPr>
              <a:t>Presentation -&gt;Business -&gt;Data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25051-4E94-AC02-4C40-9B52AB87D3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53700" y="6355080"/>
            <a:ext cx="990599" cy="304799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/>
              <a:pPr algn="r">
                <a:spcAft>
                  <a:spcPts val="600"/>
                </a:spcAft>
              </a:pPr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D0749-7CF5-CA5A-A525-EBEB206A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5" y="6355080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8F467-B028-102E-34EE-BFC52A45C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4E9B5D-9580-DDBB-9965-D4806BC73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365" y="574113"/>
            <a:ext cx="3017331" cy="546123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127000" y="8890000"/>
            <a:ext cx="1143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/>
            </a:pPr>
            <a:r>
              <a:t>(Gamma et al., 1994; Pressman &amp; Maxim, 2020; OWASP, 2023; NIST, 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87630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(Bass, Clements &amp; Kazman, 2021)</a:t>
            </a:r>
          </a:p>
        </p:txBody>
      </p:sp>
    </p:spTree>
    <p:extLst>
      <p:ext uri="{BB962C8B-B14F-4D97-AF65-F5344CB8AC3E}">
        <p14:creationId xmlns:p14="http://schemas.microsoft.com/office/powerpoint/2010/main" val="4137369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50667-C6A8-5547-3BF2-D764A6E7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6C2DF-A84F-ACFF-C808-BBBA1035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9066300" cy="610698"/>
          </a:xfrm>
        </p:spPr>
        <p:txBody>
          <a:bodyPr/>
          <a:lstStyle/>
          <a:p>
            <a:r>
              <a:rPr lang="en-GB" sz="2400" dirty="0">
                <a:solidFill>
                  <a:srgbClr val="FF0000"/>
                </a:solidFill>
              </a:rPr>
              <a:t>Object-Oriented Design Principles I</a:t>
            </a:r>
            <a:br>
              <a:rPr lang="en-GB" sz="2400" dirty="0">
                <a:solidFill>
                  <a:srgbClr val="FF0000"/>
                </a:solidFill>
              </a:rPr>
            </a:br>
            <a:br>
              <a:rPr lang="en-GB" sz="2400" b="1" dirty="0">
                <a:solidFill>
                  <a:srgbClr val="FF0000"/>
                </a:solidFill>
              </a:rPr>
            </a:b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1DEB9-6271-C660-8002-A89AADD80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508" y="1063416"/>
            <a:ext cx="9547346" cy="5536163"/>
          </a:xfrm>
        </p:spPr>
        <p:txBody>
          <a:bodyPr/>
          <a:lstStyle/>
          <a:p>
            <a:endParaRPr lang="en-GB" b="1" dirty="0">
              <a:highlight>
                <a:srgbClr val="FF00FF"/>
              </a:highlight>
            </a:endParaRPr>
          </a:p>
          <a:p>
            <a:endParaRPr lang="en-GB" b="1" dirty="0">
              <a:highlight>
                <a:srgbClr val="FF00FF"/>
              </a:highlight>
            </a:endParaRPr>
          </a:p>
          <a:p>
            <a:r>
              <a:rPr lang="en-GB" b="1" dirty="0"/>
              <a:t>Encapsulation:</a:t>
            </a:r>
            <a:endParaRPr lang="en-GB" dirty="0"/>
          </a:p>
          <a:p>
            <a:pPr lvl="1"/>
            <a:r>
              <a:rPr lang="en-US" dirty="0"/>
              <a:t>Each class encapsulates its specific responsibilities, such as </a:t>
            </a:r>
            <a:r>
              <a:rPr lang="en-US" b="1" dirty="0">
                <a:solidFill>
                  <a:srgbClr val="FF0000"/>
                </a:solidFill>
              </a:rPr>
              <a:t>UserService</a:t>
            </a:r>
            <a:r>
              <a:rPr lang="en-US" dirty="0"/>
              <a:t> handling user-related operations and </a:t>
            </a:r>
            <a:r>
              <a:rPr lang="en-US" b="1" dirty="0">
                <a:solidFill>
                  <a:srgbClr val="FF0000"/>
                </a:solidFill>
              </a:rPr>
              <a:t>OrderService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managing order logic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GB" b="1" dirty="0"/>
              <a:t>Polymorphism:</a:t>
            </a:r>
            <a:endParaRPr lang="en-GB" dirty="0"/>
          </a:p>
          <a:p>
            <a:pPr lvl="1"/>
            <a:r>
              <a:rPr lang="en-US" dirty="0"/>
              <a:t>when multiple methods with the same name can </a:t>
            </a:r>
            <a:r>
              <a:rPr lang="en-US" b="1" dirty="0"/>
              <a:t>handle different parameters</a:t>
            </a:r>
            <a:r>
              <a:rPr lang="en-US" dirty="0"/>
              <a:t>. i.e. overloading </a:t>
            </a:r>
            <a:r>
              <a:rPr lang="en-US" dirty="0">
                <a:solidFill>
                  <a:srgbClr val="FFFF00"/>
                </a:solidFill>
              </a:rPr>
              <a:t>save() and find() </a:t>
            </a:r>
            <a:r>
              <a:rPr lang="en-US" dirty="0"/>
              <a:t>methods </a:t>
            </a:r>
            <a:r>
              <a:rPr lang="en-GB" dirty="0"/>
              <a:t>with different parameters in </a:t>
            </a:r>
            <a:r>
              <a:rPr lang="en-GB" dirty="0">
                <a:solidFill>
                  <a:srgbClr val="FFFF00"/>
                </a:solidFill>
              </a:rPr>
              <a:t>product_repository.py </a:t>
            </a:r>
            <a:r>
              <a:rPr lang="en-GB" dirty="0"/>
              <a:t>and </a:t>
            </a:r>
            <a:r>
              <a:rPr lang="en-GB" dirty="0">
                <a:solidFill>
                  <a:srgbClr val="FFFF00"/>
                </a:solidFill>
              </a:rPr>
              <a:t>order_repository.py</a:t>
            </a:r>
            <a:endParaRPr lang="en-GB" dirty="0">
              <a:solidFill>
                <a:srgbClr val="FFFF00"/>
              </a:solidFill>
              <a:highlight>
                <a:srgbClr val="0000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FE70A-A50B-D8D7-015C-0DD69CFF7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6729-DDE7-41F2-9953-888EE8845D94}" type="datetime1">
              <a:rPr lang="en-GB" smtClean="0"/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D2171-ED43-BF8B-A5BC-CFF59310C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19FD2-31C4-EDA9-EE44-971B83328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7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FFF81BB-8442-CB9D-D711-CBD1827EF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5"/>
            <a:ext cx="184731" cy="646331"/>
          </a:xfrm>
          <a:prstGeom prst="rect">
            <a:avLst/>
          </a:prstGeom>
          <a:solidFill>
            <a:srgbClr val="6B62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2398C49-AA08-98BD-03F0-281FC74A5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solidFill>
            <a:srgbClr val="6B62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AE6734B-5972-B342-15ED-347C45A41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solidFill>
            <a:srgbClr val="6B62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80B61E9F-BD45-696B-381D-BB63583FB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AF3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D3C26"/>
                </a:solidFill>
                <a:effectLst/>
                <a:latin typeface="__ALPINA_d83382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052F0D46-8A55-1E06-1F10-DA556A6E2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solidFill>
            <a:srgbClr val="6B62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B3E67251-745E-C116-BB07-2B52199AF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solidFill>
            <a:srgbClr val="6B62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574AD9D4-AEB8-3D0C-794C-AA3153045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solidFill>
            <a:srgbClr val="6B62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9F95C15C-F2EE-16B6-C32F-91B03FCAC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AF3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D3C26"/>
                </a:solidFill>
                <a:effectLst/>
                <a:latin typeface="__ALPINA_d83382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36BA980C-C3DB-15D2-4E14-C1734A62A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AF3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D3C26"/>
                </a:solidFill>
                <a:effectLst/>
                <a:latin typeface="__ALPINA_d83382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7000" y="8890000"/>
            <a:ext cx="1143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/>
            </a:pPr>
            <a:r>
              <a:t>(Gamma et al., 1994; Pressman &amp; Maxim, 2020; OWASP, 2023; NIST, 2020)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" y="87630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(Pressman &amp; Maxim, 2020)</a:t>
            </a:r>
          </a:p>
        </p:txBody>
      </p:sp>
    </p:spTree>
    <p:extLst>
      <p:ext uri="{BB962C8B-B14F-4D97-AF65-F5344CB8AC3E}">
        <p14:creationId xmlns:p14="http://schemas.microsoft.com/office/powerpoint/2010/main" val="2208824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30F42-A133-4505-F7AE-7241FCD7C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GB"/>
              <a:t>Object-Oriented Design Principles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4657B-8CF6-4DA4-C00C-ABF72B99A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pPr lvl="1"/>
            <a:r>
              <a:rPr lang="en-GB" b="1"/>
              <a:t>Inheritance:</a:t>
            </a:r>
            <a:endParaRPr lang="en-GB"/>
          </a:p>
          <a:p>
            <a:pPr lvl="1"/>
            <a:r>
              <a:rPr lang="en-GB" b="1" dirty="0"/>
              <a:t>BaseRepository.py</a:t>
            </a:r>
            <a:r>
              <a:rPr lang="en-GB" dirty="0"/>
              <a:t> is a parent class extended by repositories (UserRepository, OrderRepository).</a:t>
            </a:r>
          </a:p>
          <a:p>
            <a:pPr lvl="1"/>
            <a:endParaRPr lang="en-GB" dirty="0"/>
          </a:p>
          <a:p>
            <a:r>
              <a:rPr lang="en-GB" b="1"/>
              <a:t>Abstraction:</a:t>
            </a:r>
            <a:endParaRPr lang="en-GB"/>
          </a:p>
          <a:p>
            <a:pPr lvl="1"/>
            <a:r>
              <a:rPr lang="en-GB" dirty="0"/>
              <a:t>Layers isolate specific concerns, such as data access, UI handling, and business logic. </a:t>
            </a:r>
          </a:p>
          <a:p>
            <a:pPr lvl="1"/>
            <a:r>
              <a:rPr lang="en-US" dirty="0"/>
              <a:t>Making it easier to </a:t>
            </a:r>
            <a:r>
              <a:rPr lang="en-US" b="1" dirty="0"/>
              <a:t>understand, maintain, and modify </a:t>
            </a:r>
            <a:r>
              <a:rPr lang="en-US" dirty="0"/>
              <a:t>individual components without affecting the entire system.</a:t>
            </a:r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EC6B8-3522-615A-22D0-3DDB21673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4418" y="6400005"/>
            <a:ext cx="2194903" cy="304799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25/01/2026</a:t>
            </a:fld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0E83F-5F01-10D3-7E66-6364E6C59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1110" y="6400005"/>
            <a:ext cx="3859795" cy="30480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accent1"/>
                </a:solidFill>
              </a:rPr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30391-A121-CECA-75B2-5CC764B32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2612" y="6400005"/>
            <a:ext cx="633127" cy="301752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fld id="{148CC95F-0247-41B6-91CF-DC97C76A7088}" type="slidenum">
              <a:rPr lang="en-US" sz="1100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8</a:t>
            </a:fld>
            <a:endParaRPr lang="en-US" sz="1100">
              <a:solidFill>
                <a:schemeClr val="accen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7000" y="8890000"/>
            <a:ext cx="1143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/>
            </a:pPr>
            <a:r>
              <a:t>(Gamma et al., 1994; Pressman &amp; Maxim, 2020; OWASP, 2023; NIST, 2020)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" y="87630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(Pressman &amp; Maxim, 2020)</a:t>
            </a:r>
          </a:p>
        </p:txBody>
      </p:sp>
    </p:spTree>
    <p:extLst>
      <p:ext uri="{BB962C8B-B14F-4D97-AF65-F5344CB8AC3E}">
        <p14:creationId xmlns:p14="http://schemas.microsoft.com/office/powerpoint/2010/main" val="1592946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FF51A-5823-73A6-1AE2-9F73463CB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GB"/>
              <a:t>Application of Design Patterns – Factory Method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9DDF4-3EC3-389A-55B6-A1621D162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4A9A9-C7D7-A44A-4D09-4E164E591A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26729-DDE7-41F2-9953-888EE8845D94}" type="datetime1">
              <a:rPr lang="en-GB"/>
              <a:pPr>
                <a:spcAft>
                  <a:spcPts val="600"/>
                </a:spcAft>
              </a:pPr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AB61D-5C24-0B06-E067-27128CC99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926E62F3-AD41-FF56-E3E9-4CD4AB336E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7589776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27000" y="8890000"/>
            <a:ext cx="4655442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GB"/>
          </a:p>
          <a:p>
            <a:pPr>
              <a:spcAft>
                <a:spcPts val="600"/>
              </a:spcAft>
              <a:defRPr sz="1000"/>
            </a:pPr>
            <a:r>
              <a:t>(Gamma et al., 1994; Pressman &amp; Maxim, 2020; OWASP, 2023; NIST, 2020)</a:t>
            </a:r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152400" y="8763000"/>
            <a:ext cx="150874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/>
            </a:pPr>
            <a:r>
              <a:rPr lang="en-GB" sz="1000"/>
              <a:t>(Gamma et al., 1994)</a:t>
            </a:r>
          </a:p>
        </p:txBody>
      </p:sp>
    </p:spTree>
    <p:extLst>
      <p:ext uri="{BB962C8B-B14F-4D97-AF65-F5344CB8AC3E}">
        <p14:creationId xmlns:p14="http://schemas.microsoft.com/office/powerpoint/2010/main" val="2689561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49B61F-8D8E-C2B0-6078-9690C8BC3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7A95-DF3E-F130-EB1F-3ADBAC6FF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900"/>
              <a:t>Application of Design Patterns II</a:t>
            </a:r>
            <a:br>
              <a:rPr lang="en-GB" sz="2900"/>
            </a:br>
            <a:br>
              <a:rPr lang="en-GB" sz="2900" b="1"/>
            </a:br>
            <a:endParaRPr lang="en-GB" sz="290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6BF65F52-9F5B-8342-EBCB-73ACF4E5A3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234801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2B57C-2019-EA8E-D30A-29678E057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26729-DDE7-41F2-9953-888EE8845D94}" type="datetime1">
              <a:rPr lang="en-GB"/>
              <a:pPr>
                <a:spcAft>
                  <a:spcPts val="600"/>
                </a:spcAft>
              </a:pPr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D6FDE-75EA-D3C9-A77B-F48DF9BF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32B88-92F6-D7BD-9CAB-E76A794E9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7000" y="8890000"/>
            <a:ext cx="1143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/>
            </a:pPr>
            <a:r>
              <a:t>(Gamma et al., 1994; Pressman &amp; Maxim, 2020; OWASP, 2023; NIST, 2020)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" y="87630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(Gamma et al., 1994)</a:t>
            </a:r>
          </a:p>
        </p:txBody>
      </p:sp>
    </p:spTree>
    <p:extLst>
      <p:ext uri="{BB962C8B-B14F-4D97-AF65-F5344CB8AC3E}">
        <p14:creationId xmlns:p14="http://schemas.microsoft.com/office/powerpoint/2010/main" val="2866677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96673E-2338-5D9C-1CDB-1F3CE21FB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1CCD8-2661-A7DD-8FF0-93E073098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900"/>
              <a:t>Secure Coding Practices</a:t>
            </a:r>
            <a:br>
              <a:rPr lang="en-GB" sz="2900"/>
            </a:br>
            <a:br>
              <a:rPr lang="en-GB" sz="2900" b="1"/>
            </a:br>
            <a:endParaRPr lang="en-GB" sz="290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9B3137A6-439F-1389-1279-61D69B2806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193337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872CB-40E7-EE76-F992-EEA71565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26729-DDE7-41F2-9953-888EE8845D94}" type="datetime1">
              <a:rPr lang="en-GB"/>
              <a:pPr>
                <a:spcAft>
                  <a:spcPts val="600"/>
                </a:spcAft>
              </a:pPr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D5F88-2C20-1988-07AE-943D7C10E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72F7D-B4A6-E12D-BCC1-1C527FE5B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7000" y="8890000"/>
            <a:ext cx="1143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/>
            </a:pPr>
            <a:r>
              <a:t>(Gamma et al., 1994; Pressman &amp; Maxim, 2020; OWASP, 2023; NIST, 2020)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" y="87630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(OWASP, 2023; NIST, 2022)</a:t>
            </a:r>
          </a:p>
        </p:txBody>
      </p:sp>
    </p:spTree>
    <p:extLst>
      <p:ext uri="{BB962C8B-B14F-4D97-AF65-F5344CB8AC3E}">
        <p14:creationId xmlns:p14="http://schemas.microsoft.com/office/powerpoint/2010/main" val="3464530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0A891-9C41-C296-D216-EFC32F6E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/>
              <a:t>Application Workflow (High-Level)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2AB95B5-F3E2-078C-6337-B97539A423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2802889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2A55C-BFEF-341A-9B25-441F366C6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26729-DDE7-41F2-9953-888EE8845D94}" type="datetime1">
              <a:rPr lang="en-GB"/>
              <a:pPr>
                <a:spcAft>
                  <a:spcPts val="600"/>
                </a:spcAft>
              </a:pPr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0E076-7709-2404-7C59-749B5851E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2D839-DB98-E6FC-5574-87C13AC8B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7000" y="8890000"/>
            <a:ext cx="1143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/>
            </a:pPr>
            <a:r>
              <a:t>(Gamma et al., 1994; Pressman &amp; Maxim, 2020; OWASP, 2023; NIST, 2020)</a:t>
            </a:r>
          </a:p>
        </p:txBody>
      </p:sp>
    </p:spTree>
    <p:extLst>
      <p:ext uri="{BB962C8B-B14F-4D97-AF65-F5344CB8AC3E}">
        <p14:creationId xmlns:p14="http://schemas.microsoft.com/office/powerpoint/2010/main" val="1701928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3BC51-C52D-F34C-74E7-A3C20C7AD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/>
              <a:t>1. User Management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C5652F23-19A1-4EB6-6AD9-44A34AC681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7418226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465EC-E9A7-154B-9492-B0B2C8364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26729-DDE7-41F2-9953-888EE8845D94}" type="datetime1">
              <a:rPr lang="en-GB"/>
              <a:pPr>
                <a:spcAft>
                  <a:spcPts val="600"/>
                </a:spcAft>
              </a:pPr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07624-268D-86F1-AE4B-962D708CC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45FE5-9A87-62DA-4C9A-43447A3A2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7000" y="8890000"/>
            <a:ext cx="1143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/>
            </a:pPr>
            <a:r>
              <a:t>(Gamma et al., 1994; Pressman &amp; Maxim, 2020; OWASP, 2023; NIST, 2020)</a:t>
            </a:r>
          </a:p>
        </p:txBody>
      </p:sp>
    </p:spTree>
    <p:extLst>
      <p:ext uri="{BB962C8B-B14F-4D97-AF65-F5344CB8AC3E}">
        <p14:creationId xmlns:p14="http://schemas.microsoft.com/office/powerpoint/2010/main" val="3143092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45CA7-2F6D-06E8-6D0A-01D4A6C0D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798176" cy="14005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600" b="1"/>
              <a:t>1. User Management - Registration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516F6-0E57-6D34-A771-BB6989AEF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797676" cy="41954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Open </a:t>
            </a:r>
            <a:r>
              <a:rPr lang="en-GB" b="1" dirty="0"/>
              <a:t>Demo.py </a:t>
            </a:r>
          </a:p>
          <a:p>
            <a:pPr>
              <a:lnSpc>
                <a:spcPct val="90000"/>
              </a:lnSpc>
            </a:pPr>
            <a:r>
              <a:rPr lang="en-GB" b="1" dirty="0"/>
              <a:t>Open Terminal and type python Demo.py</a:t>
            </a:r>
          </a:p>
          <a:p>
            <a:pPr>
              <a:lnSpc>
                <a:spcPct val="90000"/>
              </a:lnSpc>
            </a:pPr>
            <a:endParaRPr lang="en-GB" b="1" dirty="0"/>
          </a:p>
          <a:p>
            <a:pPr>
              <a:lnSpc>
                <a:spcPct val="90000"/>
              </a:lnSpc>
            </a:pPr>
            <a:endParaRPr lang="en-GB" b="1" dirty="0"/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rgbClr val="FFFF00"/>
                </a:solidFill>
              </a:rPr>
              <a:t>Failed Registration: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b="1" dirty="0"/>
              <a:t>Password: Less than 12 Characters,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b="1" dirty="0"/>
              <a:t>All lower case, without a special charact,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b="1" dirty="0"/>
              <a:t>All upper case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b="1" dirty="0"/>
              <a:t>Invalid email format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72CFE-2200-1245-0DFF-01183A5D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437" y="6381750"/>
            <a:ext cx="2790444" cy="304799"/>
          </a:xfrm>
        </p:spPr>
        <p:txBody>
          <a:bodyPr anchor="t"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 smtClean="0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25/01/2026</a:t>
            </a:fld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18CBC-94DE-4094-CC8E-910BB514E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6111" y="6381750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BB46F-C308-F616-D3DB-595EFB7B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84696A-C9B0-6E53-4700-30E8E96CA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872" y="1875419"/>
            <a:ext cx="3213878" cy="787400"/>
          </a:xfrm>
          <a:prstGeom prst="rect">
            <a:avLst/>
          </a:prstGeom>
          <a:effectLst/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4A7225-F053-23EF-B018-D9FAAE175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0427" y="1637969"/>
            <a:ext cx="3009255" cy="1024849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EB6103-7E2C-F16F-4A54-4E92CD3F7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872" y="3028182"/>
            <a:ext cx="2871971" cy="1723181"/>
          </a:xfrm>
          <a:prstGeom prst="rect">
            <a:avLst/>
          </a:prstGeom>
          <a:effectLst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304B0E-1A76-4361-C1ED-8A61DC48E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9618" y="3156029"/>
            <a:ext cx="3118423" cy="1177432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127000" y="8890000"/>
            <a:ext cx="1143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/>
            </a:pPr>
            <a:r>
              <a:t>(Gamma et al., 1994; Pressman &amp; Maxim, 2020; OWASP, 2023; NIST, 2020)</a:t>
            </a:r>
          </a:p>
        </p:txBody>
      </p:sp>
    </p:spTree>
    <p:extLst>
      <p:ext uri="{BB962C8B-B14F-4D97-AF65-F5344CB8AC3E}">
        <p14:creationId xmlns:p14="http://schemas.microsoft.com/office/powerpoint/2010/main" val="3708251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EAD96-5C79-97C6-6676-4F4914319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900" b="1"/>
              <a:t>2. User Management - User Login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0D9F2-A9C6-A8DF-6730-BC422523D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b="1"/>
              <a:t>Successful Registration, and failed login (wrong password)</a:t>
            </a:r>
          </a:p>
          <a:p>
            <a:pPr>
              <a:lnSpc>
                <a:spcPct val="90000"/>
              </a:lnSpc>
            </a:pPr>
            <a:endParaRPr lang="en-GB" b="1"/>
          </a:p>
          <a:p>
            <a:pPr>
              <a:lnSpc>
                <a:spcPct val="90000"/>
              </a:lnSpc>
            </a:pPr>
            <a:endParaRPr lang="en-GB" b="1"/>
          </a:p>
          <a:p>
            <a:pPr>
              <a:lnSpc>
                <a:spcPct val="90000"/>
              </a:lnSpc>
            </a:pPr>
            <a:endParaRPr lang="en-GB" b="1"/>
          </a:p>
          <a:p>
            <a:pPr>
              <a:lnSpc>
                <a:spcPct val="90000"/>
              </a:lnSpc>
            </a:pPr>
            <a:endParaRPr lang="en-GB" b="1"/>
          </a:p>
          <a:p>
            <a:pPr>
              <a:lnSpc>
                <a:spcPct val="90000"/>
              </a:lnSpc>
            </a:pPr>
            <a:endParaRPr lang="en-GB" b="1"/>
          </a:p>
          <a:p>
            <a:pPr>
              <a:lnSpc>
                <a:spcPct val="90000"/>
              </a:lnSpc>
            </a:pPr>
            <a:r>
              <a:rPr lang="en-GB" b="1"/>
              <a:t>Successful registration and  failed login (wrong email address)</a:t>
            </a:r>
          </a:p>
          <a:p>
            <a:pPr>
              <a:lnSpc>
                <a:spcPct val="90000"/>
              </a:lnSpc>
            </a:pP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8CF2B-CABA-7E05-E7B2-8538A2B7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437" y="6381750"/>
            <a:ext cx="2790444" cy="304799"/>
          </a:xfrm>
        </p:spPr>
        <p:txBody>
          <a:bodyPr anchor="t"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25/01/2026</a:t>
            </a:fld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19073-988B-69F8-8B6F-F3FF8C28C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6111" y="6381750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0CB7D-E9CA-5B0B-798B-556EE70E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7077CB-5C65-CD04-18C1-8F5DB3862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0" y="1049331"/>
            <a:ext cx="5449471" cy="1880066"/>
          </a:xfrm>
          <a:prstGeom prst="rect">
            <a:avLst/>
          </a:prstGeom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AAD957-0497-BC92-25B7-FC4095DFF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0" y="3879532"/>
            <a:ext cx="5449471" cy="2016304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127000" y="8890000"/>
            <a:ext cx="1143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/>
            </a:pPr>
            <a:r>
              <a:t>(Gamma et al., 1994; Pressman &amp; Maxim, 2020; OWASP, 2023; NIST, 2020)</a:t>
            </a:r>
          </a:p>
        </p:txBody>
      </p:sp>
    </p:spTree>
    <p:extLst>
      <p:ext uri="{BB962C8B-B14F-4D97-AF65-F5344CB8AC3E}">
        <p14:creationId xmlns:p14="http://schemas.microsoft.com/office/powerpoint/2010/main" val="1583836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55FEF6-7956-24BD-E6C2-CF8DFE220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4E99-6AA3-DB5D-A5B5-FFB4AED4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542503"/>
            <a:ext cx="9184606" cy="117987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/>
              <a:t>1 &amp; 2. User Registration &amp; login: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E25BC-1406-DDF9-05BB-EA7B88CB5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916" y="5722373"/>
            <a:ext cx="9184605" cy="5233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cap="all">
                <a:solidFill>
                  <a:schemeClr val="bg2">
                    <a:lumMod val="40000"/>
                    <a:lumOff val="60000"/>
                  </a:schemeClr>
                </a:solidFill>
              </a:rPr>
              <a:t>Successful registration and login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C09A8-EE12-5DCD-3459-9E1F14BF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defTabSz="914400">
              <a:spcAft>
                <a:spcPts val="600"/>
              </a:spcAft>
            </a:pPr>
            <a:fld id="{38526729-DDE7-41F2-9953-888EE8845D94}" type="datetime1">
              <a:rPr lang="en-US"/>
              <a:pPr defTabSz="914400">
                <a:spcAft>
                  <a:spcPts val="600"/>
                </a:spcAft>
              </a:pPr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140BB-C129-E770-7369-14429061E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F4281-A0D9-A5AC-77E5-F6C28841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148CC95F-0247-41B6-91CF-DC97C76A7088}" type="slidenum">
              <a:rPr lang="en-US"/>
              <a:pPr defTabSz="914400"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DB135C-C339-4797-C4F2-C8931F263F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20" b="-2"/>
          <a:stretch>
            <a:fillRect/>
          </a:stretch>
        </p:blipFill>
        <p:spPr>
          <a:xfrm>
            <a:off x="635458" y="640080"/>
            <a:ext cx="9186063" cy="36027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30" name="TextBox 29"/>
          <p:cNvSpPr txBox="1"/>
          <p:nvPr/>
        </p:nvSpPr>
        <p:spPr>
          <a:xfrm>
            <a:off x="127000" y="8890000"/>
            <a:ext cx="4655442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GB"/>
          </a:p>
          <a:p>
            <a:pPr>
              <a:spcAft>
                <a:spcPts val="600"/>
              </a:spcAft>
              <a:defRPr sz="1000"/>
            </a:pPr>
            <a:r>
              <a:rPr lang="en-GB"/>
              <a:t>(Gamma et al., 1994; Pressman &amp; Maxim, 2020; OWASP, 2023; NIST, 2020)</a:t>
            </a:r>
          </a:p>
        </p:txBody>
      </p:sp>
    </p:spTree>
    <p:extLst>
      <p:ext uri="{BB962C8B-B14F-4D97-AF65-F5344CB8AC3E}">
        <p14:creationId xmlns:p14="http://schemas.microsoft.com/office/powerpoint/2010/main" val="37763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7F4C-CF25-BBC2-FEC4-C39B9C102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450259"/>
            <a:ext cx="3753599" cy="144215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100" b="1"/>
              <a:t>Security Feature - Hashing &amp; storing password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E5AD4-EEC1-503B-B85C-18EC4B3C7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3072385"/>
            <a:ext cx="3754987" cy="2947415"/>
          </a:xfrm>
        </p:spPr>
        <p:txBody>
          <a:bodyPr>
            <a:normAutofit/>
          </a:bodyPr>
          <a:lstStyle/>
          <a:p>
            <a:r>
              <a:rPr lang="en-US" sz="1800" dirty="0"/>
              <a:t>During the login process, bcrypt will verify the hashed password with the user's input and authenticate them if they match.</a:t>
            </a:r>
          </a:p>
          <a:p>
            <a:endParaRPr lang="en-GB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919D2-7B95-C4C7-E301-957966CAC4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53700" y="6355080"/>
            <a:ext cx="990599" cy="304799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/>
              <a:pPr algn="r">
                <a:spcAft>
                  <a:spcPts val="600"/>
                </a:spcAft>
              </a:pPr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D478-0740-EAB6-A6AA-920BC323E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5" y="6355080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299EE-BC5E-8B23-4DC5-9FC503CF5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18DD2C-F1CF-B899-166F-7A5269D0C4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171" b="2"/>
          <a:stretch>
            <a:fillRect/>
          </a:stretch>
        </p:blipFill>
        <p:spPr>
          <a:xfrm>
            <a:off x="5050389" y="1447799"/>
            <a:ext cx="6493910" cy="457200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26" name="TextBox 25"/>
          <p:cNvSpPr txBox="1"/>
          <p:nvPr/>
        </p:nvSpPr>
        <p:spPr>
          <a:xfrm>
            <a:off x="127000" y="8890000"/>
            <a:ext cx="4655442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GB"/>
          </a:p>
          <a:p>
            <a:pPr>
              <a:spcAft>
                <a:spcPts val="600"/>
              </a:spcAft>
              <a:defRPr sz="1000"/>
            </a:pPr>
            <a:r>
              <a:t>(Gamma et al., 1994; Pressman &amp; Maxim, 2020; OWASP, 2023; NIST, 2020)</a:t>
            </a:r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152400" y="8763000"/>
            <a:ext cx="174438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/>
            </a:pPr>
            <a:r>
              <a:rPr lang="en-GB" sz="1000"/>
              <a:t>(Provos &amp; Mazieres, 1999)</a:t>
            </a:r>
          </a:p>
        </p:txBody>
      </p:sp>
    </p:spTree>
    <p:extLst>
      <p:ext uri="{BB962C8B-B14F-4D97-AF65-F5344CB8AC3E}">
        <p14:creationId xmlns:p14="http://schemas.microsoft.com/office/powerpoint/2010/main" val="1168062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7E77D-70F4-6501-4F18-89C50EF58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900"/>
              <a:t>User’s input, email, and password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6D562-6852-82F3-9D7A-7E77868DA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/>
          </a:bodyPr>
          <a:lstStyle/>
          <a:p>
            <a:r>
              <a:rPr lang="en-US" dirty="0"/>
              <a:t>"Password validation in our app is split into </a:t>
            </a:r>
            <a:r>
              <a:rPr lang="en-US" b="1"/>
              <a:t>strategies.py</a:t>
            </a:r>
            <a:r>
              <a:rPr lang="en-US"/>
              <a:t> </a:t>
            </a:r>
            <a:r>
              <a:rPr lang="en-US" dirty="0"/>
              <a:t>(to define flexible validation policies) and </a:t>
            </a:r>
            <a:r>
              <a:rPr lang="en-US" b="1"/>
              <a:t>validators.py</a:t>
            </a:r>
            <a:r>
              <a:rPr lang="en-US"/>
              <a:t> </a:t>
            </a:r>
            <a:r>
              <a:rPr lang="en-US" dirty="0"/>
              <a:t>(to implement specific validation logic) for modular and reusable code.“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001BB-C411-F76D-218E-5AF604837A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437" y="6381750"/>
            <a:ext cx="2790444" cy="304799"/>
          </a:xfrm>
        </p:spPr>
        <p:txBody>
          <a:bodyPr anchor="t"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>
                <a:solidFill>
                  <a:schemeClr val="accent1"/>
                </a:solidFill>
              </a:rPr>
              <a:pPr algn="r">
                <a:spcAft>
                  <a:spcPts val="600"/>
                </a:spcAft>
              </a:pPr>
              <a:t>25/01/2026</a:t>
            </a:fld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53BB5-5B71-CCE4-40A3-EBB784F9D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6111" y="6381750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1EFFF-FB40-AE83-916E-B774A36B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E5F220-8513-4E94-3356-2E075EA0A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702" y="647699"/>
            <a:ext cx="5062886" cy="2683330"/>
          </a:xfrm>
          <a:prstGeom prst="rect">
            <a:avLst/>
          </a:prstGeom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58C5EA-D510-99AA-2AF0-36428F94F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424" y="3526971"/>
            <a:ext cx="4993443" cy="2721427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127000" y="8890000"/>
            <a:ext cx="1143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/>
            </a:pPr>
            <a:r>
              <a:t>(Gamma et al., 1994; Pressman &amp; Maxim, 2020; OWASP, 2023; NIST, 2020)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87630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(Provos &amp; Mazieres, 1999)</a:t>
            </a:r>
          </a:p>
        </p:txBody>
      </p:sp>
    </p:spTree>
    <p:extLst>
      <p:ext uri="{BB962C8B-B14F-4D97-AF65-F5344CB8AC3E}">
        <p14:creationId xmlns:p14="http://schemas.microsoft.com/office/powerpoint/2010/main" val="729422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462D4-E6A2-66DA-4849-4AA30CA0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Product Management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99E90DA5-58A9-5DB9-BB93-FCB41B53F7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3851531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EAFD7-45CE-02F1-7E29-B40098A5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26729-DDE7-41F2-9953-888EE8845D94}" type="datetime1">
              <a:rPr lang="en-GB"/>
              <a:pPr>
                <a:spcAft>
                  <a:spcPts val="600"/>
                </a:spcAft>
              </a:pPr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13EF4-100C-AEE6-72D4-1E688095D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696F8-18EF-3B1D-4D03-F918F95CF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27000" y="8890000"/>
            <a:ext cx="4655442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GB"/>
          </a:p>
          <a:p>
            <a:pPr>
              <a:spcAft>
                <a:spcPts val="600"/>
              </a:spcAft>
              <a:defRPr sz="1000"/>
            </a:pPr>
            <a:r>
              <a:t>(Gamma et al., 1994; Pressman &amp; Maxim, 2020; OWASP, 2023; NIST, 2020)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811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C7D32-E579-AF7D-6810-A8F541134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600" b="1"/>
              <a:t>3 &amp; 4. Product Management – Addition &amp; View Products</a:t>
            </a:r>
            <a:br>
              <a:rPr lang="en-GB" sz="2600" b="1"/>
            </a:br>
            <a:endParaRPr lang="en-GB" sz="2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C3B3D-69BC-0ECF-B9C8-A609D9A8C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2052214"/>
            <a:ext cx="4338409" cy="4196185"/>
          </a:xfrm>
        </p:spPr>
        <p:txBody>
          <a:bodyPr>
            <a:normAutofit/>
          </a:bodyPr>
          <a:lstStyle/>
          <a:p>
            <a:r>
              <a:rPr lang="en-GB" dirty="0"/>
              <a:t>Product_id will be</a:t>
            </a:r>
          </a:p>
          <a:p>
            <a:pPr marL="0" indent="0">
              <a:buNone/>
            </a:pPr>
            <a:r>
              <a:rPr lang="en-GB" dirty="0"/>
              <a:t> generated automatically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3EE55-775A-DB4E-BBC4-87F4407C8C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53700" y="6355080"/>
            <a:ext cx="990599" cy="304799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38526729-DDE7-41F2-9953-888EE8845D94}" type="datetime1">
              <a:rPr lang="en-GB"/>
              <a:pPr algn="r">
                <a:spcAft>
                  <a:spcPts val="600"/>
                </a:spcAft>
              </a:pPr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2C802-0984-91C3-5CC0-9A36CEC8E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5" y="6355080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748CE-6D92-6109-B254-3BD5A2D1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6A69E8-848E-DDBB-2C0D-56DBCA354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916" y="2746512"/>
            <a:ext cx="5451627" cy="280758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127000" y="8890000"/>
            <a:ext cx="1143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/>
            </a:pPr>
            <a:r>
              <a:t>(Gamma et al., 1994; Pressman &amp; Maxim, 2020; OWASP, 2023; NIST, 2020)</a:t>
            </a:r>
          </a:p>
        </p:txBody>
      </p:sp>
    </p:spTree>
    <p:extLst>
      <p:ext uri="{BB962C8B-B14F-4D97-AF65-F5344CB8AC3E}">
        <p14:creationId xmlns:p14="http://schemas.microsoft.com/office/powerpoint/2010/main" val="537455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61DCD-E079-563F-23F3-9A524A8CB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623" y="1447800"/>
            <a:ext cx="3333676" cy="30969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 dirty="0"/>
              <a:t>Step 1 to 6: Registration, Login, Add Products, View all products, Place an order, View User Order History</a:t>
            </a:r>
            <a:br>
              <a:rPr lang="en-US" sz="2600" dirty="0"/>
            </a:br>
            <a:endParaRPr lang="en-US" sz="26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9BD3297-4815-6A7C-211B-FB1E2E0E4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4619" y="227909"/>
            <a:ext cx="4014929" cy="1992017"/>
          </a:xfrm>
          <a:prstGeom prst="rect">
            <a:avLst/>
          </a:prstGeom>
          <a:effectLst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45EC-6283-5F31-A7A2-23A0F1AF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855" y="6355023"/>
            <a:ext cx="2790444" cy="3047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spcAft>
                <a:spcPts val="600"/>
              </a:spcAft>
            </a:pPr>
            <a:fld id="{38526729-DDE7-41F2-9953-888EE8845D94}" type="datetime1">
              <a:rPr lang="en-GB" smtClean="0"/>
              <a:pPr algn="r" defTabSz="914400">
                <a:spcAft>
                  <a:spcPts val="600"/>
                </a:spcAft>
              </a:pPr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3AE55-3432-A78B-9213-1BAC5C09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850" y="6355021"/>
            <a:ext cx="3859795" cy="304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b="0" i="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35C1D-9EC6-AB42-A14D-F17BEDB48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148CC95F-0247-41B6-91CF-DC97C76A7088}" type="slidenum">
              <a:rPr lang="en-US" smtClean="0"/>
              <a:pPr defTabSz="914400">
                <a:spcAft>
                  <a:spcPts val="600"/>
                </a:spcAft>
              </a:pPr>
              <a:t>21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8DCBF4-6735-4800-53F5-363967243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19" y="2252041"/>
            <a:ext cx="4014929" cy="1826792"/>
          </a:xfrm>
          <a:prstGeom prst="rect">
            <a:avLst/>
          </a:prstGeom>
          <a:effectLst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9E44CF-7D4B-5720-AC49-9A202BAD6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19" y="4124843"/>
            <a:ext cx="4014929" cy="1796681"/>
          </a:xfrm>
          <a:prstGeom prst="rect">
            <a:avLst/>
          </a:prstGeom>
          <a:effectLst/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FEDB7D-2244-BB2C-6A8A-349EB26A61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3114" y="227909"/>
            <a:ext cx="4340741" cy="1096036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127000" y="8890000"/>
            <a:ext cx="1143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000"/>
            </a:pPr>
            <a:r>
              <a:t>(Gamma et al., 1994; Pressman &amp; Maxim, 2020; OWASP, 2023; NIST, 2020)</a:t>
            </a:r>
          </a:p>
        </p:txBody>
      </p:sp>
    </p:spTree>
    <p:extLst>
      <p:ext uri="{BB962C8B-B14F-4D97-AF65-F5344CB8AC3E}">
        <p14:creationId xmlns:p14="http://schemas.microsoft.com/office/powerpoint/2010/main" val="2460079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23D6B6-F86D-EC89-02A8-4AAD2193C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4AB24-9232-54C4-48D4-F6F8DB917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/>
              <a:t>Real-World Challenges and Solutions</a:t>
            </a:r>
            <a:br>
              <a:rPr lang="en-US" sz="2300"/>
            </a:br>
            <a:br>
              <a:rPr lang="en-GB" sz="2300"/>
            </a:br>
            <a:br>
              <a:rPr lang="en-GB" sz="2300" b="1"/>
            </a:br>
            <a:endParaRPr lang="en-GB" sz="230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6FEA9C74-F92A-D61C-A11E-5BD44C9960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0262347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082C0-86A5-5D6A-43D9-9BE2E1C64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26729-DDE7-41F2-9953-888EE8845D94}" type="datetime1">
              <a:rPr lang="en-GB"/>
              <a:pPr>
                <a:spcAft>
                  <a:spcPts val="600"/>
                </a:spcAft>
              </a:pPr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49092-F664-C9D5-8ABB-97B0215D9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7D1CE-F040-73D3-0867-B73621F63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27000" y="8890000"/>
            <a:ext cx="4655442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GB"/>
          </a:p>
          <a:p>
            <a:pPr>
              <a:spcAft>
                <a:spcPts val="600"/>
              </a:spcAft>
              <a:defRPr sz="1000"/>
            </a:pPr>
            <a:r>
              <a:t>(Gamma et al., 1994; Pressman &amp; Maxim, 2020; OWASP, 2023; NIST, 2020)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06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0FCF52-70EE-2DBA-6831-CE956F5C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E3A17-0A8A-2594-A5DA-968752371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/>
              <a:t>Key Learnings</a:t>
            </a:r>
            <a:br>
              <a:rPr lang="en-US" sz="2300"/>
            </a:br>
            <a:br>
              <a:rPr lang="en-GB" sz="2300"/>
            </a:br>
            <a:br>
              <a:rPr lang="en-GB" sz="2300" b="1"/>
            </a:br>
            <a:endParaRPr lang="en-GB" sz="230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811432AC-EECE-22D1-530A-A25BADB806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4775494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C696F-4631-4875-5A85-8691FDC4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26729-DDE7-41F2-9953-888EE8845D94}" type="datetime1">
              <a:rPr lang="en-GB"/>
              <a:pPr>
                <a:spcAft>
                  <a:spcPts val="600"/>
                </a:spcAft>
              </a:pPr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8E275-10D9-37F0-327E-C509D00D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2FB30-0BCD-6473-BBB5-7B03523A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27000" y="8890000"/>
            <a:ext cx="4655442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GB"/>
          </a:p>
          <a:p>
            <a:pPr>
              <a:spcAft>
                <a:spcPts val="600"/>
              </a:spcAft>
              <a:defRPr sz="1000"/>
            </a:pPr>
            <a:r>
              <a:t>(Gamma et al., 1994; Pressman &amp; Maxim, 2020; OWASP, 2023; NIST, 2020)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993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F886-BE94-7CB5-F21C-CEAB1BA6D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GB"/>
              <a:t>Improvement</a:t>
            </a:r>
            <a:br>
              <a:rPr lang="en-GB"/>
            </a:b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6A21A-F1CC-94CF-648B-B22BD20B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7AE1B-323F-8C73-6FE7-66E7D54F58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26729-DDE7-41F2-9953-888EE8845D94}" type="datetime1">
              <a:rPr lang="en-GB"/>
              <a:pPr>
                <a:spcAft>
                  <a:spcPts val="600"/>
                </a:spcAft>
              </a:pPr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C6502-DE6A-CE72-45DD-1A50BDEE5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E31A8BB0-1367-E12E-2F6F-1F688762C0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8128239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27000" y="8890000"/>
            <a:ext cx="4655442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GB"/>
          </a:p>
          <a:p>
            <a:pPr>
              <a:spcAft>
                <a:spcPts val="600"/>
              </a:spcAft>
              <a:defRPr sz="1000"/>
            </a:pPr>
            <a:r>
              <a:t>(Gamma et al., 1994; Pressman &amp; Maxim, 2020; OWASP, 2023; NIST, 2020)</a:t>
            </a:r>
            <a:endParaRPr lang="en-GB"/>
          </a:p>
        </p:txBody>
      </p:sp>
      <p:sp>
        <p:nvSpPr>
          <p:cNvPr id="32" name="TextBox 31"/>
          <p:cNvSpPr txBox="1"/>
          <p:nvPr/>
        </p:nvSpPr>
        <p:spPr>
          <a:xfrm>
            <a:off x="152400" y="8763000"/>
            <a:ext cx="84830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/>
            </a:pPr>
            <a:r>
              <a:rPr lang="en-GB" sz="1000"/>
              <a:t>(IETF, 2021)</a:t>
            </a:r>
          </a:p>
        </p:txBody>
      </p:sp>
    </p:spTree>
    <p:extLst>
      <p:ext uri="{BB962C8B-B14F-4D97-AF65-F5344CB8AC3E}">
        <p14:creationId xmlns:p14="http://schemas.microsoft.com/office/powerpoint/2010/main" val="3430781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FC4960-76BF-9E99-C089-82FF16E60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E1315-DAA9-BBB6-18D2-E9E236606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300"/>
              <a:t>Questions and Reflections</a:t>
            </a:r>
            <a:br>
              <a:rPr lang="en-US" sz="2300"/>
            </a:br>
            <a:br>
              <a:rPr lang="en-GB" sz="2300"/>
            </a:br>
            <a:br>
              <a:rPr lang="en-GB" sz="2300" b="1"/>
            </a:br>
            <a:endParaRPr lang="en-GB" sz="230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B51EC8D4-9CBC-ACDF-A64C-DDB94EE925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2555630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027EB-BED8-DE2B-CA64-B20DB561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8526729-DDE7-41F2-9953-888EE8845D94}" type="datetime1">
              <a:rPr lang="en-GB"/>
              <a:pPr>
                <a:spcAft>
                  <a:spcPts val="600"/>
                </a:spcAft>
              </a:pPr>
              <a:t>25/01/2026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C4639-8106-81FC-3802-EF2E60F8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UoEO - PG25304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5C69C-7D9F-4F86-FD06-D72BAEAA6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7000" y="8890000"/>
            <a:ext cx="4655442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GB"/>
          </a:p>
          <a:p>
            <a:pPr>
              <a:spcAft>
                <a:spcPts val="600"/>
              </a:spcAft>
              <a:defRPr sz="1000"/>
            </a:pPr>
            <a:r>
              <a:t>(Gamma et al., 1994; Pressman &amp; Maxim, 2020; OWASP, 2023; NIST, 2020)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053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04805"/>
          </a:xfrm>
        </p:spPr>
        <p:txBody>
          <a:bodyPr/>
          <a:lstStyle/>
          <a:p>
            <a:r>
              <a:rPr sz="2400" b="1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22" y="1256306"/>
            <a:ext cx="9612531" cy="4992093"/>
          </a:xfrm>
        </p:spPr>
        <p:txBody>
          <a:bodyPr/>
          <a:lstStyle/>
          <a:p>
            <a:r>
              <a:rPr dirty="0"/>
              <a:t>Gamma, E., Helm, R., Johnson, R., &amp; </a:t>
            </a:r>
            <a:r>
              <a:rPr dirty="0" err="1"/>
              <a:t>Vlissides</a:t>
            </a:r>
            <a:r>
              <a:rPr dirty="0"/>
              <a:t>, J. (1994). *Design Patterns*. Addison-Wesley.</a:t>
            </a:r>
            <a:endParaRPr lang="en-GB" dirty="0"/>
          </a:p>
          <a:p>
            <a:endParaRPr dirty="0"/>
          </a:p>
          <a:p>
            <a:r>
              <a:rPr dirty="0"/>
              <a:t>Pressman, R. &amp; Maxim, B. (2020). *Software Engineering: A Practitioner's Approach*. McGraw-Hill.</a:t>
            </a:r>
            <a:endParaRPr lang="en-GB" dirty="0"/>
          </a:p>
          <a:p>
            <a:endParaRPr dirty="0"/>
          </a:p>
          <a:p>
            <a:r>
              <a:rPr dirty="0"/>
              <a:t>OWASP (2023). OWASP Top 10. </a:t>
            </a:r>
            <a:r>
              <a:rPr dirty="0">
                <a:hlinkClick r:id="rId2"/>
              </a:rPr>
              <a:t>https://owasp.org</a:t>
            </a:r>
            <a:endParaRPr lang="en-GB" dirty="0"/>
          </a:p>
          <a:p>
            <a:endParaRPr dirty="0"/>
          </a:p>
          <a:p>
            <a:r>
              <a:rPr dirty="0"/>
              <a:t>NIST (2020). Secure Software Development Framework. https://csrc.nist.gov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421925"/>
          </a:xfrm>
        </p:spPr>
        <p:txBody>
          <a:bodyPr/>
          <a:lstStyle/>
          <a:p>
            <a:r>
              <a:rPr sz="2400" b="1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150" y="874644"/>
            <a:ext cx="9747703" cy="5373756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dirty="0"/>
              <a:t>Gamma, E., Helm, R., Johnson, R. and </a:t>
            </a:r>
            <a:r>
              <a:rPr dirty="0" err="1"/>
              <a:t>Vlissides</a:t>
            </a:r>
            <a:r>
              <a:rPr dirty="0"/>
              <a:t>, J. (1994) Design Patterns: Elements of Reusable Object-Oriented Software. Addison-Wesley.</a:t>
            </a:r>
          </a:p>
          <a:p>
            <a:r>
              <a:rPr dirty="0"/>
              <a:t>Pressman, R.S. and Maxim, B.R. (2020) Software Engineering: A Practitioner’s Approach. 9th ed. McGraw-Hill.</a:t>
            </a:r>
          </a:p>
          <a:p>
            <a:r>
              <a:rPr dirty="0"/>
              <a:t>Bass, L., Clements, P. and </a:t>
            </a:r>
            <a:r>
              <a:rPr dirty="0" err="1"/>
              <a:t>Kazman</a:t>
            </a:r>
            <a:r>
              <a:rPr dirty="0"/>
              <a:t>, R. (2021) Software Architecture in Practice. 4th ed. Addison-Wesley.</a:t>
            </a:r>
          </a:p>
          <a:p>
            <a:r>
              <a:rPr dirty="0"/>
              <a:t>Beck, K. (2003) Test-Driven Development: By Example. Addison-Wesley.</a:t>
            </a:r>
          </a:p>
          <a:p>
            <a:r>
              <a:rPr dirty="0"/>
              <a:t>OWASP (2023) OWASP Top Ten. Available at: https://owasp.org (Accessed: 20 January 2026).</a:t>
            </a:r>
          </a:p>
          <a:p>
            <a:r>
              <a:rPr dirty="0"/>
              <a:t>NIST (2022) Secure Software Development Framework (SSDF), SP 800-218. National Institute of Standards and Technology.</a:t>
            </a:r>
          </a:p>
          <a:p>
            <a:r>
              <a:rPr dirty="0"/>
              <a:t>Provos, N. and </a:t>
            </a:r>
            <a:r>
              <a:rPr dirty="0" err="1"/>
              <a:t>Mazieres</a:t>
            </a:r>
            <a:r>
              <a:rPr dirty="0"/>
              <a:t>, D. (1999) A Future-Adaptable Password Scheme. In: Proceedings of the 1999 USENIX Annual Technical Conference.</a:t>
            </a:r>
          </a:p>
          <a:p>
            <a:r>
              <a:rPr dirty="0"/>
              <a:t>IETF (2021) RFC 9106: The memory-hard Argon2 password hash and proof-of-work function. Internet Engineering Task Force.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7702</TotalTime>
  <Words>2366</Words>
  <Application>Microsoft Office PowerPoint</Application>
  <PresentationFormat>Widescreen</PresentationFormat>
  <Paragraphs>328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__ALPINA_d83382</vt:lpstr>
      <vt:lpstr>Aptos</vt:lpstr>
      <vt:lpstr>Arial</vt:lpstr>
      <vt:lpstr>Century Gothic</vt:lpstr>
      <vt:lpstr>Wingdings 3</vt:lpstr>
      <vt:lpstr>Ion</vt:lpstr>
      <vt:lpstr>Advanced Object-Oriented Design and Programming 2025</vt:lpstr>
      <vt:lpstr>Project Overview </vt:lpstr>
      <vt:lpstr>Problem Statement and Objectives  </vt:lpstr>
      <vt:lpstr>python -m unittest discover -s test -p "*.py"       Before Starting   </vt:lpstr>
      <vt:lpstr>Key Features</vt:lpstr>
      <vt:lpstr>Design and System Architecture  (Monolithic layered App.)  </vt:lpstr>
      <vt:lpstr>Object-Oriented Design Principles I  </vt:lpstr>
      <vt:lpstr>Object-Oriented Design Principles II</vt:lpstr>
      <vt:lpstr>Application of Design Patterns – Factory Method</vt:lpstr>
      <vt:lpstr>Application of Design Patterns II  </vt:lpstr>
      <vt:lpstr>Secure Coding Practices  </vt:lpstr>
      <vt:lpstr>Application Workflow (High-Level)</vt:lpstr>
      <vt:lpstr>1. User Management</vt:lpstr>
      <vt:lpstr>1. User Management - Registration</vt:lpstr>
      <vt:lpstr>2. User Management - User Login</vt:lpstr>
      <vt:lpstr>1 &amp; 2. User Registration &amp; login: working</vt:lpstr>
      <vt:lpstr>Security Feature - Hashing &amp; storing password</vt:lpstr>
      <vt:lpstr>User’s input, email, and password validation</vt:lpstr>
      <vt:lpstr>Product Management</vt:lpstr>
      <vt:lpstr>3 &amp; 4. Product Management – Addition &amp; View Products </vt:lpstr>
      <vt:lpstr>Step 1 to 6: Registration, Login, Add Products, View all products, Place an order, View User Order History </vt:lpstr>
      <vt:lpstr>Real-World Challenges and Solutions   </vt:lpstr>
      <vt:lpstr>Key Learnings   </vt:lpstr>
      <vt:lpstr>Improvement </vt:lpstr>
      <vt:lpstr>Questions and Reflections   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Ghorbani, Payman</dc:creator>
  <cp:lastModifiedBy>Ghorbani, Payman</cp:lastModifiedBy>
  <cp:revision>50</cp:revision>
  <dcterms:created xsi:type="dcterms:W3CDTF">2026-01-14T12:23:31Z</dcterms:created>
  <dcterms:modified xsi:type="dcterms:W3CDTF">2026-01-25T14:56:27Z</dcterms:modified>
</cp:coreProperties>
</file>